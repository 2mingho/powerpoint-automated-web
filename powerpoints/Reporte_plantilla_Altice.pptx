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sldIdLst>
    <p:sldId id="257" r:id="rId2"/>
    <p:sldId id="2147379896" r:id="rId3"/>
    <p:sldId id="2147379899" r:id="rId4"/>
    <p:sldId id="2147379897" r:id="rId5"/>
    <p:sldId id="2147380666" r:id="rId6"/>
    <p:sldId id="2147380669" r:id="rId7"/>
    <p:sldId id="2147379898" r:id="rId8"/>
    <p:sldId id="289" r:id="rId9"/>
    <p:sldId id="278" r:id="rId10"/>
  </p:sldIdLst>
  <p:sldSz cx="21651913" cy="12179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89" userDrawn="1">
          <p15:clr>
            <a:srgbClr val="A4A3A4"/>
          </p15:clr>
        </p15:guide>
        <p15:guide id="2" orient="horz" pos="1100" userDrawn="1">
          <p15:clr>
            <a:srgbClr val="A4A3A4"/>
          </p15:clr>
        </p15:guide>
        <p15:guide id="3" orient="horz" pos="5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858B2"/>
    <a:srgbClr val="FF1926"/>
    <a:srgbClr val="A6A6A6"/>
    <a:srgbClr val="FF0000"/>
    <a:srgbClr val="92D050"/>
    <a:srgbClr val="173C9C"/>
    <a:srgbClr val="1855B0"/>
    <a:srgbClr val="1261FA"/>
    <a:srgbClr val="01C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E0689-4D0A-4F2A-80A1-BAD5830E8BA4}" v="306" dt="2025-08-29T20:04:10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876" y="108"/>
      </p:cViewPr>
      <p:guideLst>
        <p:guide pos="789"/>
        <p:guide orient="horz" pos="1100"/>
        <p:guide orient="horz" pos="5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3775E-B6F7-4842-B559-BB84B8AF54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07C26-EBFD-4D69-A6A9-EA7197DC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0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7C26-EBFD-4D69-A6A9-EA7197DC0B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7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C7B52-7B17-86D0-B252-011F593AF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13B06-D175-EA3C-03BC-1F5FD407A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8B537-E41D-F4E6-FCD6-10DF165C2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AF762-1DED-2308-6141-63AF357C2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7E9025-823A-4AE8-86DE-BCCB8E42A9D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59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A7AC-0A40-7FA1-168E-3984813F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16F7F-26E4-5382-B306-201D84116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F1F87-8C42-A29B-8655-048D1BD7D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DD027-649A-477C-6D27-C675E3775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7E9025-823A-4AE8-86DE-BCCB8E42A9D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50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6489" y="1993233"/>
            <a:ext cx="16238935" cy="4240201"/>
          </a:xfrm>
        </p:spPr>
        <p:txBody>
          <a:bodyPr anchor="b"/>
          <a:lstStyle>
            <a:lvl1pPr algn="ctr">
              <a:defRPr sz="1065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6489" y="6396953"/>
            <a:ext cx="16238935" cy="2940511"/>
          </a:xfrm>
        </p:spPr>
        <p:txBody>
          <a:bodyPr/>
          <a:lstStyle>
            <a:lvl1pPr marL="0" indent="0" algn="ctr">
              <a:buNone/>
              <a:defRPr sz="4262"/>
            </a:lvl1pPr>
            <a:lvl2pPr marL="811941" indent="0" algn="ctr">
              <a:buNone/>
              <a:defRPr sz="3552"/>
            </a:lvl2pPr>
            <a:lvl3pPr marL="1623883" indent="0" algn="ctr">
              <a:buNone/>
              <a:defRPr sz="3197"/>
            </a:lvl3pPr>
            <a:lvl4pPr marL="2435824" indent="0" algn="ctr">
              <a:buNone/>
              <a:defRPr sz="2841"/>
            </a:lvl4pPr>
            <a:lvl5pPr marL="3247766" indent="0" algn="ctr">
              <a:buNone/>
              <a:defRPr sz="2841"/>
            </a:lvl5pPr>
            <a:lvl6pPr marL="4059707" indent="0" algn="ctr">
              <a:buNone/>
              <a:defRPr sz="2841"/>
            </a:lvl6pPr>
            <a:lvl7pPr marL="4871649" indent="0" algn="ctr">
              <a:buNone/>
              <a:defRPr sz="2841"/>
            </a:lvl7pPr>
            <a:lvl8pPr marL="5683590" indent="0" algn="ctr">
              <a:buNone/>
              <a:defRPr sz="2841"/>
            </a:lvl8pPr>
            <a:lvl9pPr marL="6495532" indent="0" algn="ctr">
              <a:buNone/>
              <a:defRPr sz="284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78B5D8-D59C-4EB3-8644-386FDC5F849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09F2D3-0FDB-46AA-8D4D-379FB4A2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5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78B5D8-D59C-4EB3-8644-386FDC5F849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09F2D3-0FDB-46AA-8D4D-379FB4A2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292" y="3036369"/>
            <a:ext cx="18674775" cy="5066250"/>
          </a:xfrm>
        </p:spPr>
        <p:txBody>
          <a:bodyPr anchor="b"/>
          <a:lstStyle>
            <a:lvl1pPr>
              <a:defRPr sz="1065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7292" y="8150547"/>
            <a:ext cx="18674775" cy="2664221"/>
          </a:xfrm>
        </p:spPr>
        <p:txBody>
          <a:bodyPr/>
          <a:lstStyle>
            <a:lvl1pPr marL="0" indent="0">
              <a:buNone/>
              <a:defRPr sz="4262">
                <a:solidFill>
                  <a:schemeClr val="tx1">
                    <a:tint val="75000"/>
                  </a:schemeClr>
                </a:solidFill>
              </a:defRPr>
            </a:lvl1pPr>
            <a:lvl2pPr marL="811941" indent="0">
              <a:buNone/>
              <a:defRPr sz="3552">
                <a:solidFill>
                  <a:schemeClr val="tx1">
                    <a:tint val="75000"/>
                  </a:schemeClr>
                </a:solidFill>
              </a:defRPr>
            </a:lvl2pPr>
            <a:lvl3pPr marL="1623883" indent="0">
              <a:buNone/>
              <a:defRPr sz="3197">
                <a:solidFill>
                  <a:schemeClr val="tx1">
                    <a:tint val="75000"/>
                  </a:schemeClr>
                </a:solidFill>
              </a:defRPr>
            </a:lvl3pPr>
            <a:lvl4pPr marL="2435824" indent="0">
              <a:buNone/>
              <a:defRPr sz="2841">
                <a:solidFill>
                  <a:schemeClr val="tx1">
                    <a:tint val="75000"/>
                  </a:schemeClr>
                </a:solidFill>
              </a:defRPr>
            </a:lvl4pPr>
            <a:lvl5pPr marL="3247766" indent="0">
              <a:buNone/>
              <a:defRPr sz="2841">
                <a:solidFill>
                  <a:schemeClr val="tx1">
                    <a:tint val="75000"/>
                  </a:schemeClr>
                </a:solidFill>
              </a:defRPr>
            </a:lvl5pPr>
            <a:lvl6pPr marL="4059707" indent="0">
              <a:buNone/>
              <a:defRPr sz="2841">
                <a:solidFill>
                  <a:schemeClr val="tx1">
                    <a:tint val="75000"/>
                  </a:schemeClr>
                </a:solidFill>
              </a:defRPr>
            </a:lvl6pPr>
            <a:lvl7pPr marL="4871649" indent="0">
              <a:buNone/>
              <a:defRPr sz="2841">
                <a:solidFill>
                  <a:schemeClr val="tx1">
                    <a:tint val="75000"/>
                  </a:schemeClr>
                </a:solidFill>
              </a:defRPr>
            </a:lvl7pPr>
            <a:lvl8pPr marL="5683590" indent="0">
              <a:buNone/>
              <a:defRPr sz="2841">
                <a:solidFill>
                  <a:schemeClr val="tx1">
                    <a:tint val="75000"/>
                  </a:schemeClr>
                </a:solidFill>
              </a:defRPr>
            </a:lvl8pPr>
            <a:lvl9pPr marL="6495532" indent="0">
              <a:buNone/>
              <a:defRPr sz="28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78B5D8-D59C-4EB3-8644-386FDC5F849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09F2D3-0FDB-46AA-8D4D-379FB4A2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569" y="3242175"/>
            <a:ext cx="9202063" cy="77276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1281" y="3242175"/>
            <a:ext cx="9202063" cy="77276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B55BF75-CA60-4880-9584-B057C88FA02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CC57A0-7C23-44DE-A25A-7DE60D1B2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2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389" y="648436"/>
            <a:ext cx="18674775" cy="23541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1390" y="2985621"/>
            <a:ext cx="9159773" cy="1463207"/>
          </a:xfrm>
        </p:spPr>
        <p:txBody>
          <a:bodyPr anchor="b"/>
          <a:lstStyle>
            <a:lvl1pPr marL="0" indent="0">
              <a:buNone/>
              <a:defRPr sz="4262" b="1"/>
            </a:lvl1pPr>
            <a:lvl2pPr marL="811941" indent="0">
              <a:buNone/>
              <a:defRPr sz="3552" b="1"/>
            </a:lvl2pPr>
            <a:lvl3pPr marL="1623883" indent="0">
              <a:buNone/>
              <a:defRPr sz="3197" b="1"/>
            </a:lvl3pPr>
            <a:lvl4pPr marL="2435824" indent="0">
              <a:buNone/>
              <a:defRPr sz="2841" b="1"/>
            </a:lvl4pPr>
            <a:lvl5pPr marL="3247766" indent="0">
              <a:buNone/>
              <a:defRPr sz="2841" b="1"/>
            </a:lvl5pPr>
            <a:lvl6pPr marL="4059707" indent="0">
              <a:buNone/>
              <a:defRPr sz="2841" b="1"/>
            </a:lvl6pPr>
            <a:lvl7pPr marL="4871649" indent="0">
              <a:buNone/>
              <a:defRPr sz="2841" b="1"/>
            </a:lvl7pPr>
            <a:lvl8pPr marL="5683590" indent="0">
              <a:buNone/>
              <a:defRPr sz="2841" b="1"/>
            </a:lvl8pPr>
            <a:lvl9pPr marL="6495532" indent="0">
              <a:buNone/>
              <a:defRPr sz="28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1390" y="4448828"/>
            <a:ext cx="9159773" cy="6543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61281" y="2985621"/>
            <a:ext cx="9204883" cy="1463207"/>
          </a:xfrm>
        </p:spPr>
        <p:txBody>
          <a:bodyPr anchor="b"/>
          <a:lstStyle>
            <a:lvl1pPr marL="0" indent="0">
              <a:buNone/>
              <a:defRPr sz="4262" b="1"/>
            </a:lvl1pPr>
            <a:lvl2pPr marL="811941" indent="0">
              <a:buNone/>
              <a:defRPr sz="3552" b="1"/>
            </a:lvl2pPr>
            <a:lvl3pPr marL="1623883" indent="0">
              <a:buNone/>
              <a:defRPr sz="3197" b="1"/>
            </a:lvl3pPr>
            <a:lvl4pPr marL="2435824" indent="0">
              <a:buNone/>
              <a:defRPr sz="2841" b="1"/>
            </a:lvl4pPr>
            <a:lvl5pPr marL="3247766" indent="0">
              <a:buNone/>
              <a:defRPr sz="2841" b="1"/>
            </a:lvl5pPr>
            <a:lvl6pPr marL="4059707" indent="0">
              <a:buNone/>
              <a:defRPr sz="2841" b="1"/>
            </a:lvl6pPr>
            <a:lvl7pPr marL="4871649" indent="0">
              <a:buNone/>
              <a:defRPr sz="2841" b="1"/>
            </a:lvl7pPr>
            <a:lvl8pPr marL="5683590" indent="0">
              <a:buNone/>
              <a:defRPr sz="2841" b="1"/>
            </a:lvl8pPr>
            <a:lvl9pPr marL="6495532" indent="0">
              <a:buNone/>
              <a:defRPr sz="28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61281" y="4448828"/>
            <a:ext cx="9204883" cy="6543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43A4DB-BF85-4242-82CB-C291F5F449AB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8657CA-1F78-4113-84FF-39129F8D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5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1E7FCE9E-55F6-4B70-896C-75EF486EDDE1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89BFCDE-5A8F-4769-888F-C14F620F4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9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AC6BF7F-794E-4A06-9DFA-A391FB51864E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2081DD-0123-4C0A-AFD8-ED3234F33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7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390" y="811953"/>
            <a:ext cx="6983305" cy="2841837"/>
          </a:xfrm>
        </p:spPr>
        <p:txBody>
          <a:bodyPr anchor="b"/>
          <a:lstStyle>
            <a:lvl1pPr>
              <a:defRPr sz="56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04883" y="1753595"/>
            <a:ext cx="10961281" cy="8655197"/>
          </a:xfrm>
        </p:spPr>
        <p:txBody>
          <a:bodyPr/>
          <a:lstStyle>
            <a:lvl1pPr>
              <a:defRPr sz="5683"/>
            </a:lvl1pPr>
            <a:lvl2pPr>
              <a:defRPr sz="4973"/>
            </a:lvl2pPr>
            <a:lvl3pPr>
              <a:defRPr sz="4262"/>
            </a:lvl3pPr>
            <a:lvl4pPr>
              <a:defRPr sz="3552"/>
            </a:lvl4pPr>
            <a:lvl5pPr>
              <a:defRPr sz="3552"/>
            </a:lvl5pPr>
            <a:lvl6pPr>
              <a:defRPr sz="3552"/>
            </a:lvl6pPr>
            <a:lvl7pPr>
              <a:defRPr sz="3552"/>
            </a:lvl7pPr>
            <a:lvl8pPr>
              <a:defRPr sz="3552"/>
            </a:lvl8pPr>
            <a:lvl9pPr>
              <a:defRPr sz="35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1390" y="3653790"/>
            <a:ext cx="6983305" cy="6769098"/>
          </a:xfrm>
        </p:spPr>
        <p:txBody>
          <a:bodyPr/>
          <a:lstStyle>
            <a:lvl1pPr marL="0" indent="0">
              <a:buNone/>
              <a:defRPr sz="2841"/>
            </a:lvl1pPr>
            <a:lvl2pPr marL="811941" indent="0">
              <a:buNone/>
              <a:defRPr sz="2486"/>
            </a:lvl2pPr>
            <a:lvl3pPr marL="1623883" indent="0">
              <a:buNone/>
              <a:defRPr sz="2131"/>
            </a:lvl3pPr>
            <a:lvl4pPr marL="2435824" indent="0">
              <a:buNone/>
              <a:defRPr sz="1776"/>
            </a:lvl4pPr>
            <a:lvl5pPr marL="3247766" indent="0">
              <a:buNone/>
              <a:defRPr sz="1776"/>
            </a:lvl5pPr>
            <a:lvl6pPr marL="4059707" indent="0">
              <a:buNone/>
              <a:defRPr sz="1776"/>
            </a:lvl6pPr>
            <a:lvl7pPr marL="4871649" indent="0">
              <a:buNone/>
              <a:defRPr sz="1776"/>
            </a:lvl7pPr>
            <a:lvl8pPr marL="5683590" indent="0">
              <a:buNone/>
              <a:defRPr sz="1776"/>
            </a:lvl8pPr>
            <a:lvl9pPr marL="6495532" indent="0">
              <a:buNone/>
              <a:defRPr sz="1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36141B5-4293-48E5-BB4D-F4EE77C7A4E5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FC38E0E-B5B1-4C2E-BE24-FE6C95F0D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9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390" y="811953"/>
            <a:ext cx="6983305" cy="2841837"/>
          </a:xfrm>
        </p:spPr>
        <p:txBody>
          <a:bodyPr anchor="b"/>
          <a:lstStyle>
            <a:lvl1pPr>
              <a:defRPr sz="56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04883" y="1753595"/>
            <a:ext cx="10961281" cy="8655197"/>
          </a:xfrm>
        </p:spPr>
        <p:txBody>
          <a:bodyPr anchor="t"/>
          <a:lstStyle>
            <a:lvl1pPr marL="0" indent="0">
              <a:buNone/>
              <a:defRPr sz="5683"/>
            </a:lvl1pPr>
            <a:lvl2pPr marL="811941" indent="0">
              <a:buNone/>
              <a:defRPr sz="4973"/>
            </a:lvl2pPr>
            <a:lvl3pPr marL="1623883" indent="0">
              <a:buNone/>
              <a:defRPr sz="4262"/>
            </a:lvl3pPr>
            <a:lvl4pPr marL="2435824" indent="0">
              <a:buNone/>
              <a:defRPr sz="3552"/>
            </a:lvl4pPr>
            <a:lvl5pPr marL="3247766" indent="0">
              <a:buNone/>
              <a:defRPr sz="3552"/>
            </a:lvl5pPr>
            <a:lvl6pPr marL="4059707" indent="0">
              <a:buNone/>
              <a:defRPr sz="3552"/>
            </a:lvl6pPr>
            <a:lvl7pPr marL="4871649" indent="0">
              <a:buNone/>
              <a:defRPr sz="3552"/>
            </a:lvl7pPr>
            <a:lvl8pPr marL="5683590" indent="0">
              <a:buNone/>
              <a:defRPr sz="3552"/>
            </a:lvl8pPr>
            <a:lvl9pPr marL="6495532" indent="0">
              <a:buNone/>
              <a:defRPr sz="3552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1390" y="3653790"/>
            <a:ext cx="6983305" cy="6769098"/>
          </a:xfrm>
        </p:spPr>
        <p:txBody>
          <a:bodyPr/>
          <a:lstStyle>
            <a:lvl1pPr marL="0" indent="0">
              <a:buNone/>
              <a:defRPr sz="2841"/>
            </a:lvl1pPr>
            <a:lvl2pPr marL="811941" indent="0">
              <a:buNone/>
              <a:defRPr sz="2486"/>
            </a:lvl2pPr>
            <a:lvl3pPr marL="1623883" indent="0">
              <a:buNone/>
              <a:defRPr sz="2131"/>
            </a:lvl3pPr>
            <a:lvl4pPr marL="2435824" indent="0">
              <a:buNone/>
              <a:defRPr sz="1776"/>
            </a:lvl4pPr>
            <a:lvl5pPr marL="3247766" indent="0">
              <a:buNone/>
              <a:defRPr sz="1776"/>
            </a:lvl5pPr>
            <a:lvl6pPr marL="4059707" indent="0">
              <a:buNone/>
              <a:defRPr sz="1776"/>
            </a:lvl6pPr>
            <a:lvl7pPr marL="4871649" indent="0">
              <a:buNone/>
              <a:defRPr sz="1776"/>
            </a:lvl7pPr>
            <a:lvl8pPr marL="5683590" indent="0">
              <a:buNone/>
              <a:defRPr sz="1776"/>
            </a:lvl8pPr>
            <a:lvl9pPr marL="6495532" indent="0">
              <a:buNone/>
              <a:defRPr sz="1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CD061A-62D5-4151-B46A-E5C9B4A878C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BB022C-8CED-45B9-963D-1BE8CB03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4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16B39EE4-099F-429C-BEE2-5EC18A5ECD1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4B13E6-ABAE-41CE-BF08-7C31D2313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2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94650" y="648435"/>
            <a:ext cx="4668694" cy="103213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8569" y="648435"/>
            <a:ext cx="13735432" cy="103213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25BA975-5377-4EE4-A35D-0F9F064B5962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40DB73-EEF6-4F7F-B35B-9E14EFA6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5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: forma 1">
            <a:extLst>
              <a:ext uri="{FF2B5EF4-FFF2-40B4-BE49-F238E27FC236}">
                <a16:creationId xmlns:a16="http://schemas.microsoft.com/office/drawing/2014/main" id="{6E575047-AFAB-0481-2782-086F8B88075B}"/>
              </a:ext>
            </a:extLst>
          </p:cNvPr>
          <p:cNvSpPr/>
          <p:nvPr userDrawn="1"/>
        </p:nvSpPr>
        <p:spPr>
          <a:xfrm>
            <a:off x="18839039" y="10908751"/>
            <a:ext cx="2053758" cy="591848"/>
          </a:xfrm>
          <a:custGeom>
            <a:avLst/>
            <a:gdLst>
              <a:gd name="connsiteX0" fmla="*/ 552645 w 1726770"/>
              <a:gd name="connsiteY0" fmla="*/ 364700 h 497617"/>
              <a:gd name="connsiteX1" fmla="*/ 605317 w 1726770"/>
              <a:gd name="connsiteY1" fmla="*/ 409713 h 497617"/>
              <a:gd name="connsiteX2" fmla="*/ 612976 w 1726770"/>
              <a:gd name="connsiteY2" fmla="*/ 409713 h 497617"/>
              <a:gd name="connsiteX3" fmla="*/ 612976 w 1726770"/>
              <a:gd name="connsiteY3" fmla="*/ 489487 h 497617"/>
              <a:gd name="connsiteX4" fmla="*/ 587524 w 1726770"/>
              <a:gd name="connsiteY4" fmla="*/ 491137 h 497617"/>
              <a:gd name="connsiteX5" fmla="*/ 473695 w 1726770"/>
              <a:gd name="connsiteY5" fmla="*/ 416429 h 497617"/>
              <a:gd name="connsiteX6" fmla="*/ 460144 w 1726770"/>
              <a:gd name="connsiteY6" fmla="*/ 320512 h 497617"/>
              <a:gd name="connsiteX7" fmla="*/ 460144 w 1726770"/>
              <a:gd name="connsiteY7" fmla="*/ 8838 h 497617"/>
              <a:gd name="connsiteX8" fmla="*/ 548520 w 1726770"/>
              <a:gd name="connsiteY8" fmla="*/ 8838 h 497617"/>
              <a:gd name="connsiteX9" fmla="*/ 548520 w 1726770"/>
              <a:gd name="connsiteY9" fmla="*/ 322161 h 497617"/>
              <a:gd name="connsiteX10" fmla="*/ 552763 w 1726770"/>
              <a:gd name="connsiteY10" fmla="*/ 364582 h 497617"/>
              <a:gd name="connsiteX11" fmla="*/ 182526 w 1726770"/>
              <a:gd name="connsiteY11" fmla="*/ 213399 h 497617"/>
              <a:gd name="connsiteX12" fmla="*/ 276794 w 1726770"/>
              <a:gd name="connsiteY12" fmla="*/ 311910 h 497617"/>
              <a:gd name="connsiteX13" fmla="*/ 182526 w 1726770"/>
              <a:gd name="connsiteY13" fmla="*/ 411245 h 497617"/>
              <a:gd name="connsiteX14" fmla="*/ 88258 w 1726770"/>
              <a:gd name="connsiteY14" fmla="*/ 311910 h 497617"/>
              <a:gd name="connsiteX15" fmla="*/ 182526 w 1726770"/>
              <a:gd name="connsiteY15" fmla="*/ 213399 h 497617"/>
              <a:gd name="connsiteX16" fmla="*/ 402523 w 1726770"/>
              <a:gd name="connsiteY16" fmla="*/ 491137 h 497617"/>
              <a:gd name="connsiteX17" fmla="*/ 422909 w 1726770"/>
              <a:gd name="connsiteY17" fmla="*/ 489487 h 497617"/>
              <a:gd name="connsiteX18" fmla="*/ 422909 w 1726770"/>
              <a:gd name="connsiteY18" fmla="*/ 409713 h 497617"/>
              <a:gd name="connsiteX19" fmla="*/ 415249 w 1726770"/>
              <a:gd name="connsiteY19" fmla="*/ 409713 h 497617"/>
              <a:gd name="connsiteX20" fmla="*/ 365170 w 1726770"/>
              <a:gd name="connsiteY20" fmla="*/ 364700 h 497617"/>
              <a:gd name="connsiteX21" fmla="*/ 360928 w 1726770"/>
              <a:gd name="connsiteY21" fmla="*/ 322279 h 497617"/>
              <a:gd name="connsiteX22" fmla="*/ 360928 w 1726770"/>
              <a:gd name="connsiteY22" fmla="*/ 137160 h 497617"/>
              <a:gd name="connsiteX23" fmla="*/ 278561 w 1726770"/>
              <a:gd name="connsiteY23" fmla="*/ 137160 h 497617"/>
              <a:gd name="connsiteX24" fmla="*/ 278561 w 1726770"/>
              <a:gd name="connsiteY24" fmla="*/ 172864 h 497617"/>
              <a:gd name="connsiteX25" fmla="*/ 177459 w 1726770"/>
              <a:gd name="connsiteY25" fmla="*/ 132093 h 497617"/>
              <a:gd name="connsiteX26" fmla="*/ 0 w 1726770"/>
              <a:gd name="connsiteY26" fmla="*/ 312145 h 497617"/>
              <a:gd name="connsiteX27" fmla="*/ 176634 w 1726770"/>
              <a:gd name="connsiteY27" fmla="*/ 492197 h 497617"/>
              <a:gd name="connsiteX28" fmla="*/ 301421 w 1726770"/>
              <a:gd name="connsiteY28" fmla="*/ 437050 h 497617"/>
              <a:gd name="connsiteX29" fmla="*/ 402523 w 1726770"/>
              <a:gd name="connsiteY29" fmla="*/ 491372 h 497617"/>
              <a:gd name="connsiteX30" fmla="*/ 968130 w 1726770"/>
              <a:gd name="connsiteY30" fmla="*/ 364818 h 497617"/>
              <a:gd name="connsiteX31" fmla="*/ 963888 w 1726770"/>
              <a:gd name="connsiteY31" fmla="*/ 322397 h 497617"/>
              <a:gd name="connsiteX32" fmla="*/ 963888 w 1726770"/>
              <a:gd name="connsiteY32" fmla="*/ 137278 h 497617"/>
              <a:gd name="connsiteX33" fmla="*/ 874687 w 1726770"/>
              <a:gd name="connsiteY33" fmla="*/ 137278 h 497617"/>
              <a:gd name="connsiteX34" fmla="*/ 874687 w 1726770"/>
              <a:gd name="connsiteY34" fmla="*/ 320747 h 497617"/>
              <a:gd name="connsiteX35" fmla="*/ 888238 w 1726770"/>
              <a:gd name="connsiteY35" fmla="*/ 416665 h 497617"/>
              <a:gd name="connsiteX36" fmla="*/ 1002066 w 1726770"/>
              <a:gd name="connsiteY36" fmla="*/ 491372 h 497617"/>
              <a:gd name="connsiteX37" fmla="*/ 1027519 w 1726770"/>
              <a:gd name="connsiteY37" fmla="*/ 489723 h 497617"/>
              <a:gd name="connsiteX38" fmla="*/ 1027519 w 1726770"/>
              <a:gd name="connsiteY38" fmla="*/ 409948 h 497617"/>
              <a:gd name="connsiteX39" fmla="*/ 1019034 w 1726770"/>
              <a:gd name="connsiteY39" fmla="*/ 409948 h 497617"/>
              <a:gd name="connsiteX40" fmla="*/ 968130 w 1726770"/>
              <a:gd name="connsiteY40" fmla="*/ 364935 h 497617"/>
              <a:gd name="connsiteX41" fmla="*/ 749900 w 1726770"/>
              <a:gd name="connsiteY41" fmla="*/ 359868 h 497617"/>
              <a:gd name="connsiteX42" fmla="*/ 746483 w 1726770"/>
              <a:gd name="connsiteY42" fmla="*/ 305546 h 497617"/>
              <a:gd name="connsiteX43" fmla="*/ 746483 w 1726770"/>
              <a:gd name="connsiteY43" fmla="*/ 216345 h 497617"/>
              <a:gd name="connsiteX44" fmla="*/ 819540 w 1726770"/>
              <a:gd name="connsiteY44" fmla="*/ 216345 h 497617"/>
              <a:gd name="connsiteX45" fmla="*/ 819540 w 1726770"/>
              <a:gd name="connsiteY45" fmla="*/ 137396 h 497617"/>
              <a:gd name="connsiteX46" fmla="*/ 746483 w 1726770"/>
              <a:gd name="connsiteY46" fmla="*/ 137396 h 497617"/>
              <a:gd name="connsiteX47" fmla="*/ 746483 w 1726770"/>
              <a:gd name="connsiteY47" fmla="*/ 52437 h 497617"/>
              <a:gd name="connsiteX48" fmla="*/ 657282 w 1726770"/>
              <a:gd name="connsiteY48" fmla="*/ 52437 h 497617"/>
              <a:gd name="connsiteX49" fmla="*/ 657282 w 1726770"/>
              <a:gd name="connsiteY49" fmla="*/ 137396 h 497617"/>
              <a:gd name="connsiteX50" fmla="*/ 616511 w 1726770"/>
              <a:gd name="connsiteY50" fmla="*/ 137396 h 497617"/>
              <a:gd name="connsiteX51" fmla="*/ 616511 w 1726770"/>
              <a:gd name="connsiteY51" fmla="*/ 216345 h 497617"/>
              <a:gd name="connsiteX52" fmla="*/ 657282 w 1726770"/>
              <a:gd name="connsiteY52" fmla="*/ 216345 h 497617"/>
              <a:gd name="connsiteX53" fmla="*/ 657282 w 1726770"/>
              <a:gd name="connsiteY53" fmla="*/ 319097 h 497617"/>
              <a:gd name="connsiteX54" fmla="*/ 662349 w 1726770"/>
              <a:gd name="connsiteY54" fmla="*/ 383671 h 497617"/>
              <a:gd name="connsiteX55" fmla="*/ 795737 w 1726770"/>
              <a:gd name="connsiteY55" fmla="*/ 492433 h 497617"/>
              <a:gd name="connsiteX56" fmla="*/ 824607 w 1726770"/>
              <a:gd name="connsiteY56" fmla="*/ 490783 h 497617"/>
              <a:gd name="connsiteX57" fmla="*/ 824607 w 1726770"/>
              <a:gd name="connsiteY57" fmla="*/ 410066 h 497617"/>
              <a:gd name="connsiteX58" fmla="*/ 811881 w 1726770"/>
              <a:gd name="connsiteY58" fmla="*/ 410891 h 497617"/>
              <a:gd name="connsiteX59" fmla="*/ 749900 w 1726770"/>
              <a:gd name="connsiteY59" fmla="*/ 359986 h 497617"/>
              <a:gd name="connsiteX60" fmla="*/ 919700 w 1726770"/>
              <a:gd name="connsiteY60" fmla="*/ 101810 h 497617"/>
              <a:gd name="connsiteX61" fmla="*/ 970604 w 1726770"/>
              <a:gd name="connsiteY61" fmla="*/ 50905 h 497617"/>
              <a:gd name="connsiteX62" fmla="*/ 919700 w 1726770"/>
              <a:gd name="connsiteY62" fmla="*/ 0 h 497617"/>
              <a:gd name="connsiteX63" fmla="*/ 868795 w 1726770"/>
              <a:gd name="connsiteY63" fmla="*/ 50905 h 497617"/>
              <a:gd name="connsiteX64" fmla="*/ 919700 w 1726770"/>
              <a:gd name="connsiteY64" fmla="*/ 101810 h 497617"/>
              <a:gd name="connsiteX65" fmla="*/ 1655106 w 1726770"/>
              <a:gd name="connsiteY65" fmla="*/ 390506 h 497617"/>
              <a:gd name="connsiteX66" fmla="*/ 1567673 w 1726770"/>
              <a:gd name="connsiteY66" fmla="*/ 418550 h 497617"/>
              <a:gd name="connsiteX67" fmla="*/ 1461503 w 1726770"/>
              <a:gd name="connsiteY67" fmla="*/ 344668 h 497617"/>
              <a:gd name="connsiteX68" fmla="*/ 1724747 w 1726770"/>
              <a:gd name="connsiteY68" fmla="*/ 344668 h 497617"/>
              <a:gd name="connsiteX69" fmla="*/ 1726396 w 1726770"/>
              <a:gd name="connsiteY69" fmla="*/ 300480 h 497617"/>
              <a:gd name="connsiteX70" fmla="*/ 1550586 w 1726770"/>
              <a:gd name="connsiteY70" fmla="*/ 129736 h 497617"/>
              <a:gd name="connsiteX71" fmla="*/ 1371360 w 1726770"/>
              <a:gd name="connsiteY71" fmla="*/ 313206 h 497617"/>
              <a:gd name="connsiteX72" fmla="*/ 1566730 w 1726770"/>
              <a:gd name="connsiteY72" fmla="*/ 497500 h 497617"/>
              <a:gd name="connsiteX73" fmla="*/ 1706835 w 1726770"/>
              <a:gd name="connsiteY73" fmla="*/ 449894 h 497617"/>
              <a:gd name="connsiteX74" fmla="*/ 1654989 w 1726770"/>
              <a:gd name="connsiteY74" fmla="*/ 390388 h 497617"/>
              <a:gd name="connsiteX75" fmla="*/ 1461503 w 1726770"/>
              <a:gd name="connsiteY75" fmla="*/ 274202 h 497617"/>
              <a:gd name="connsiteX76" fmla="*/ 1549879 w 1726770"/>
              <a:gd name="connsiteY76" fmla="*/ 204562 h 497617"/>
              <a:gd name="connsiteX77" fmla="*/ 1637313 w 1726770"/>
              <a:gd name="connsiteY77" fmla="*/ 274202 h 497617"/>
              <a:gd name="connsiteX78" fmla="*/ 1461503 w 1726770"/>
              <a:gd name="connsiteY78" fmla="*/ 274202 h 497617"/>
              <a:gd name="connsiteX79" fmla="*/ 1313739 w 1726770"/>
              <a:gd name="connsiteY79" fmla="*/ 391448 h 497617"/>
              <a:gd name="connsiteX80" fmla="*/ 1239032 w 1726770"/>
              <a:gd name="connsiteY80" fmla="*/ 416901 h 497617"/>
              <a:gd name="connsiteX81" fmla="*/ 1135455 w 1726770"/>
              <a:gd name="connsiteY81" fmla="*/ 313324 h 497617"/>
              <a:gd name="connsiteX82" fmla="*/ 1233965 w 1726770"/>
              <a:gd name="connsiteY82" fmla="*/ 210571 h 497617"/>
              <a:gd name="connsiteX83" fmla="*/ 1305255 w 1726770"/>
              <a:gd name="connsiteY83" fmla="*/ 236024 h 497617"/>
              <a:gd name="connsiteX84" fmla="*/ 1367236 w 1726770"/>
              <a:gd name="connsiteY84" fmla="*/ 178285 h 497617"/>
              <a:gd name="connsiteX85" fmla="*/ 1233023 w 1726770"/>
              <a:gd name="connsiteY85" fmla="*/ 129854 h 497617"/>
              <a:gd name="connsiteX86" fmla="*/ 1046136 w 1726770"/>
              <a:gd name="connsiteY86" fmla="*/ 313324 h 497617"/>
              <a:gd name="connsiteX87" fmla="*/ 1238089 w 1726770"/>
              <a:gd name="connsiteY87" fmla="*/ 497618 h 497617"/>
              <a:gd name="connsiteX88" fmla="*/ 1368886 w 1726770"/>
              <a:gd name="connsiteY88" fmla="*/ 451780 h 497617"/>
              <a:gd name="connsiteX89" fmla="*/ 1313739 w 1726770"/>
              <a:gd name="connsiteY89" fmla="*/ 391448 h 497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26770" h="497617">
                <a:moveTo>
                  <a:pt x="552645" y="364700"/>
                </a:moveTo>
                <a:cubicBezTo>
                  <a:pt x="559479" y="393569"/>
                  <a:pt x="578097" y="409713"/>
                  <a:pt x="605317" y="409713"/>
                </a:cubicBezTo>
                <a:lnTo>
                  <a:pt x="612976" y="409713"/>
                </a:lnTo>
                <a:lnTo>
                  <a:pt x="612976" y="489487"/>
                </a:lnTo>
                <a:cubicBezTo>
                  <a:pt x="604492" y="490312"/>
                  <a:pt x="596008" y="491137"/>
                  <a:pt x="587524" y="491137"/>
                </a:cubicBezTo>
                <a:cubicBezTo>
                  <a:pt x="534027" y="491137"/>
                  <a:pt x="492431" y="464860"/>
                  <a:pt x="473695" y="416429"/>
                </a:cubicBezTo>
                <a:cubicBezTo>
                  <a:pt x="463562" y="384967"/>
                  <a:pt x="458377" y="352681"/>
                  <a:pt x="460144" y="320512"/>
                </a:cubicBezTo>
                <a:lnTo>
                  <a:pt x="460144" y="8838"/>
                </a:lnTo>
                <a:lnTo>
                  <a:pt x="548520" y="8838"/>
                </a:lnTo>
                <a:lnTo>
                  <a:pt x="548520" y="322161"/>
                </a:lnTo>
                <a:cubicBezTo>
                  <a:pt x="548520" y="336655"/>
                  <a:pt x="549345" y="351031"/>
                  <a:pt x="552763" y="364582"/>
                </a:cubicBezTo>
                <a:moveTo>
                  <a:pt x="182526" y="213399"/>
                </a:moveTo>
                <a:cubicBezTo>
                  <a:pt x="236847" y="213399"/>
                  <a:pt x="276794" y="254170"/>
                  <a:pt x="276794" y="311910"/>
                </a:cubicBezTo>
                <a:cubicBezTo>
                  <a:pt x="276794" y="369649"/>
                  <a:pt x="237672" y="411245"/>
                  <a:pt x="182526" y="411245"/>
                </a:cubicBezTo>
                <a:cubicBezTo>
                  <a:pt x="127379" y="411245"/>
                  <a:pt x="88258" y="370474"/>
                  <a:pt x="88258" y="311910"/>
                </a:cubicBezTo>
                <a:cubicBezTo>
                  <a:pt x="88258" y="253345"/>
                  <a:pt x="127379" y="213399"/>
                  <a:pt x="182526" y="213399"/>
                </a:cubicBezTo>
                <a:moveTo>
                  <a:pt x="402523" y="491137"/>
                </a:moveTo>
                <a:cubicBezTo>
                  <a:pt x="409358" y="491137"/>
                  <a:pt x="416074" y="490312"/>
                  <a:pt x="422909" y="489487"/>
                </a:cubicBezTo>
                <a:lnTo>
                  <a:pt x="422909" y="409713"/>
                </a:lnTo>
                <a:lnTo>
                  <a:pt x="415249" y="409713"/>
                </a:lnTo>
                <a:cubicBezTo>
                  <a:pt x="390622" y="409713"/>
                  <a:pt x="371886" y="393569"/>
                  <a:pt x="365170" y="364700"/>
                </a:cubicBezTo>
                <a:cubicBezTo>
                  <a:pt x="362577" y="351149"/>
                  <a:pt x="360928" y="336655"/>
                  <a:pt x="360928" y="322279"/>
                </a:cubicBezTo>
                <a:lnTo>
                  <a:pt x="360928" y="137160"/>
                </a:lnTo>
                <a:lnTo>
                  <a:pt x="278561" y="137160"/>
                </a:lnTo>
                <a:lnTo>
                  <a:pt x="278561" y="172864"/>
                </a:lnTo>
                <a:cubicBezTo>
                  <a:pt x="252284" y="145644"/>
                  <a:pt x="214812" y="131268"/>
                  <a:pt x="177459" y="132093"/>
                </a:cubicBezTo>
                <a:cubicBezTo>
                  <a:pt x="77300" y="132093"/>
                  <a:pt x="0" y="209393"/>
                  <a:pt x="0" y="312145"/>
                </a:cubicBezTo>
                <a:cubicBezTo>
                  <a:pt x="0" y="414897"/>
                  <a:pt x="73057" y="492197"/>
                  <a:pt x="176634" y="492197"/>
                </a:cubicBezTo>
                <a:cubicBezTo>
                  <a:pt x="236965" y="492197"/>
                  <a:pt x="277736" y="469219"/>
                  <a:pt x="301421" y="437050"/>
                </a:cubicBezTo>
                <a:cubicBezTo>
                  <a:pt x="320157" y="469337"/>
                  <a:pt x="345609" y="491372"/>
                  <a:pt x="402523" y="491372"/>
                </a:cubicBezTo>
                <a:moveTo>
                  <a:pt x="968130" y="364818"/>
                </a:moveTo>
                <a:cubicBezTo>
                  <a:pt x="965538" y="351266"/>
                  <a:pt x="963888" y="336773"/>
                  <a:pt x="963888" y="322397"/>
                </a:cubicBezTo>
                <a:lnTo>
                  <a:pt x="963888" y="137278"/>
                </a:lnTo>
                <a:lnTo>
                  <a:pt x="874687" y="137278"/>
                </a:lnTo>
                <a:lnTo>
                  <a:pt x="874687" y="320747"/>
                </a:lnTo>
                <a:cubicBezTo>
                  <a:pt x="873862" y="353034"/>
                  <a:pt x="878104" y="386146"/>
                  <a:pt x="888238" y="416665"/>
                </a:cubicBezTo>
                <a:cubicBezTo>
                  <a:pt x="906973" y="465095"/>
                  <a:pt x="948569" y="491372"/>
                  <a:pt x="1002066" y="491372"/>
                </a:cubicBezTo>
                <a:cubicBezTo>
                  <a:pt x="1010551" y="491372"/>
                  <a:pt x="1019034" y="490548"/>
                  <a:pt x="1027519" y="489723"/>
                </a:cubicBezTo>
                <a:lnTo>
                  <a:pt x="1027519" y="409948"/>
                </a:lnTo>
                <a:lnTo>
                  <a:pt x="1019034" y="409948"/>
                </a:lnTo>
                <a:cubicBezTo>
                  <a:pt x="992757" y="409948"/>
                  <a:pt x="974846" y="393805"/>
                  <a:pt x="968130" y="364935"/>
                </a:cubicBezTo>
                <a:moveTo>
                  <a:pt x="749900" y="359868"/>
                </a:moveTo>
                <a:cubicBezTo>
                  <a:pt x="746483" y="342075"/>
                  <a:pt x="745658" y="324164"/>
                  <a:pt x="746483" y="305546"/>
                </a:cubicBezTo>
                <a:lnTo>
                  <a:pt x="746483" y="216345"/>
                </a:lnTo>
                <a:lnTo>
                  <a:pt x="819540" y="216345"/>
                </a:lnTo>
                <a:lnTo>
                  <a:pt x="819540" y="137396"/>
                </a:lnTo>
                <a:lnTo>
                  <a:pt x="746483" y="137396"/>
                </a:lnTo>
                <a:lnTo>
                  <a:pt x="746483" y="52437"/>
                </a:lnTo>
                <a:lnTo>
                  <a:pt x="657282" y="52437"/>
                </a:lnTo>
                <a:lnTo>
                  <a:pt x="657282" y="137396"/>
                </a:lnTo>
                <a:lnTo>
                  <a:pt x="616511" y="137396"/>
                </a:lnTo>
                <a:lnTo>
                  <a:pt x="616511" y="216345"/>
                </a:lnTo>
                <a:lnTo>
                  <a:pt x="657282" y="216345"/>
                </a:lnTo>
                <a:lnTo>
                  <a:pt x="657282" y="319097"/>
                </a:lnTo>
                <a:cubicBezTo>
                  <a:pt x="657282" y="340308"/>
                  <a:pt x="658931" y="362461"/>
                  <a:pt x="662349" y="383671"/>
                </a:cubicBezTo>
                <a:cubicBezTo>
                  <a:pt x="677667" y="454961"/>
                  <a:pt x="724330" y="492433"/>
                  <a:pt x="795737" y="492433"/>
                </a:cubicBezTo>
                <a:cubicBezTo>
                  <a:pt x="805047" y="492433"/>
                  <a:pt x="815298" y="491608"/>
                  <a:pt x="824607" y="490783"/>
                </a:cubicBezTo>
                <a:lnTo>
                  <a:pt x="824607" y="410066"/>
                </a:lnTo>
                <a:cubicBezTo>
                  <a:pt x="820365" y="410066"/>
                  <a:pt x="816123" y="410891"/>
                  <a:pt x="811881" y="410891"/>
                </a:cubicBezTo>
                <a:cubicBezTo>
                  <a:pt x="777945" y="410891"/>
                  <a:pt x="757559" y="394748"/>
                  <a:pt x="749900" y="359986"/>
                </a:cubicBezTo>
                <a:moveTo>
                  <a:pt x="919700" y="101810"/>
                </a:moveTo>
                <a:cubicBezTo>
                  <a:pt x="947744" y="101810"/>
                  <a:pt x="970604" y="78832"/>
                  <a:pt x="970604" y="50905"/>
                </a:cubicBezTo>
                <a:cubicBezTo>
                  <a:pt x="970604" y="22978"/>
                  <a:pt x="947626" y="0"/>
                  <a:pt x="919700" y="0"/>
                </a:cubicBezTo>
                <a:cubicBezTo>
                  <a:pt x="891773" y="0"/>
                  <a:pt x="868795" y="22978"/>
                  <a:pt x="868795" y="50905"/>
                </a:cubicBezTo>
                <a:cubicBezTo>
                  <a:pt x="868795" y="78832"/>
                  <a:pt x="891773" y="101810"/>
                  <a:pt x="919700" y="101810"/>
                </a:cubicBezTo>
                <a:moveTo>
                  <a:pt x="1655106" y="390506"/>
                </a:moveTo>
                <a:cubicBezTo>
                  <a:pt x="1630479" y="410066"/>
                  <a:pt x="1599017" y="420200"/>
                  <a:pt x="1567673" y="418550"/>
                </a:cubicBezTo>
                <a:cubicBezTo>
                  <a:pt x="1509934" y="418550"/>
                  <a:pt x="1467513" y="389681"/>
                  <a:pt x="1461503" y="344668"/>
                </a:cubicBezTo>
                <a:lnTo>
                  <a:pt x="1724747" y="344668"/>
                </a:lnTo>
                <a:cubicBezTo>
                  <a:pt x="1726396" y="330174"/>
                  <a:pt x="1727339" y="314973"/>
                  <a:pt x="1726396" y="300480"/>
                </a:cubicBezTo>
                <a:cubicBezTo>
                  <a:pt x="1722979" y="199377"/>
                  <a:pt x="1656756" y="129736"/>
                  <a:pt x="1550586" y="129736"/>
                </a:cubicBezTo>
                <a:cubicBezTo>
                  <a:pt x="1444418" y="129736"/>
                  <a:pt x="1371360" y="207861"/>
                  <a:pt x="1371360" y="313206"/>
                </a:cubicBezTo>
                <a:cubicBezTo>
                  <a:pt x="1371360" y="429509"/>
                  <a:pt x="1452902" y="497500"/>
                  <a:pt x="1566730" y="497500"/>
                </a:cubicBezTo>
                <a:cubicBezTo>
                  <a:pt x="1620227" y="497500"/>
                  <a:pt x="1670307" y="483949"/>
                  <a:pt x="1706835" y="449894"/>
                </a:cubicBezTo>
                <a:lnTo>
                  <a:pt x="1654989" y="390388"/>
                </a:lnTo>
                <a:close/>
                <a:moveTo>
                  <a:pt x="1461503" y="274202"/>
                </a:moveTo>
                <a:cubicBezTo>
                  <a:pt x="1469163" y="232607"/>
                  <a:pt x="1507341" y="202912"/>
                  <a:pt x="1549879" y="204562"/>
                </a:cubicBezTo>
                <a:cubicBezTo>
                  <a:pt x="1597485" y="204562"/>
                  <a:pt x="1630597" y="231782"/>
                  <a:pt x="1637313" y="274202"/>
                </a:cubicBezTo>
                <a:lnTo>
                  <a:pt x="1461503" y="274202"/>
                </a:lnTo>
                <a:close/>
                <a:moveTo>
                  <a:pt x="1313739" y="391448"/>
                </a:moveTo>
                <a:cubicBezTo>
                  <a:pt x="1292529" y="408417"/>
                  <a:pt x="1266134" y="416901"/>
                  <a:pt x="1239032" y="416901"/>
                </a:cubicBezTo>
                <a:cubicBezTo>
                  <a:pt x="1176226" y="416901"/>
                  <a:pt x="1135455" y="375305"/>
                  <a:pt x="1135455" y="313324"/>
                </a:cubicBezTo>
                <a:cubicBezTo>
                  <a:pt x="1135455" y="251342"/>
                  <a:pt x="1177051" y="210571"/>
                  <a:pt x="1233965" y="210571"/>
                </a:cubicBezTo>
                <a:cubicBezTo>
                  <a:pt x="1260242" y="209747"/>
                  <a:pt x="1285812" y="219055"/>
                  <a:pt x="1305255" y="236024"/>
                </a:cubicBezTo>
                <a:lnTo>
                  <a:pt x="1367236" y="178285"/>
                </a:lnTo>
                <a:cubicBezTo>
                  <a:pt x="1329057" y="143523"/>
                  <a:pt x="1285694" y="129854"/>
                  <a:pt x="1233023" y="129854"/>
                </a:cubicBezTo>
                <a:cubicBezTo>
                  <a:pt x="1126028" y="129854"/>
                  <a:pt x="1046136" y="207154"/>
                  <a:pt x="1046136" y="313324"/>
                </a:cubicBezTo>
                <a:cubicBezTo>
                  <a:pt x="1046136" y="419493"/>
                  <a:pt x="1120019" y="497618"/>
                  <a:pt x="1238089" y="497618"/>
                </a:cubicBezTo>
                <a:cubicBezTo>
                  <a:pt x="1284751" y="497618"/>
                  <a:pt x="1334006" y="484891"/>
                  <a:pt x="1368886" y="451780"/>
                </a:cubicBezTo>
                <a:lnTo>
                  <a:pt x="1313739" y="391448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DO" sz="1800"/>
          </a:p>
        </p:txBody>
      </p:sp>
      <p:grpSp>
        <p:nvGrpSpPr>
          <p:cNvPr id="17" name="Gráfico 4">
            <a:extLst>
              <a:ext uri="{FF2B5EF4-FFF2-40B4-BE49-F238E27FC236}">
                <a16:creationId xmlns:a16="http://schemas.microsoft.com/office/drawing/2014/main" id="{338436C5-5EF0-3064-527B-F284989B02FA}"/>
              </a:ext>
            </a:extLst>
          </p:cNvPr>
          <p:cNvGrpSpPr/>
          <p:nvPr userDrawn="1"/>
        </p:nvGrpSpPr>
        <p:grpSpPr>
          <a:xfrm>
            <a:off x="997964" y="10886967"/>
            <a:ext cx="3013612" cy="634592"/>
            <a:chOff x="1032196" y="10856933"/>
            <a:chExt cx="2533799" cy="533557"/>
          </a:xfrm>
          <a:solidFill>
            <a:srgbClr val="FFFFFF"/>
          </a:solidFill>
        </p:grpSpPr>
        <p:grpSp>
          <p:nvGrpSpPr>
            <p:cNvPr id="18" name="Gráfico 4">
              <a:extLst>
                <a:ext uri="{FF2B5EF4-FFF2-40B4-BE49-F238E27FC236}">
                  <a16:creationId xmlns:a16="http://schemas.microsoft.com/office/drawing/2014/main" id="{0EBD8B4F-7228-9D92-3A33-59326DABC0AB}"/>
                </a:ext>
              </a:extLst>
            </p:cNvPr>
            <p:cNvGrpSpPr/>
            <p:nvPr/>
          </p:nvGrpSpPr>
          <p:grpSpPr>
            <a:xfrm>
              <a:off x="1032196" y="10856933"/>
              <a:ext cx="2458620" cy="533557"/>
              <a:chOff x="1032196" y="10856933"/>
              <a:chExt cx="2458620" cy="533557"/>
            </a:xfrm>
            <a:solidFill>
              <a:srgbClr val="FFFFFF"/>
            </a:solidFill>
          </p:grpSpPr>
          <p:sp>
            <p:nvSpPr>
              <p:cNvPr id="20" name="Forma libre: forma 5">
                <a:extLst>
                  <a:ext uri="{FF2B5EF4-FFF2-40B4-BE49-F238E27FC236}">
                    <a16:creationId xmlns:a16="http://schemas.microsoft.com/office/drawing/2014/main" id="{80E0F070-74B3-E4BA-35FC-3573C4E2A036}"/>
                  </a:ext>
                </a:extLst>
              </p:cNvPr>
              <p:cNvSpPr/>
              <p:nvPr/>
            </p:nvSpPr>
            <p:spPr>
              <a:xfrm>
                <a:off x="2089644" y="11119116"/>
                <a:ext cx="231073" cy="264893"/>
              </a:xfrm>
              <a:custGeom>
                <a:avLst/>
                <a:gdLst>
                  <a:gd name="connsiteX0" fmla="*/ 0 w 231073"/>
                  <a:gd name="connsiteY0" fmla="*/ 264893 h 264893"/>
                  <a:gd name="connsiteX1" fmla="*/ 0 w 231073"/>
                  <a:gd name="connsiteY1" fmla="*/ 0 h 264893"/>
                  <a:gd name="connsiteX2" fmla="*/ 57150 w 231073"/>
                  <a:gd name="connsiteY2" fmla="*/ 0 h 264893"/>
                  <a:gd name="connsiteX3" fmla="*/ 171921 w 231073"/>
                  <a:gd name="connsiteY3" fmla="*/ 172039 h 264893"/>
                  <a:gd name="connsiteX4" fmla="*/ 171921 w 231073"/>
                  <a:gd name="connsiteY4" fmla="*/ 0 h 264893"/>
                  <a:gd name="connsiteX5" fmla="*/ 231074 w 231073"/>
                  <a:gd name="connsiteY5" fmla="*/ 0 h 264893"/>
                  <a:gd name="connsiteX6" fmla="*/ 231074 w 231073"/>
                  <a:gd name="connsiteY6" fmla="*/ 264893 h 264893"/>
                  <a:gd name="connsiteX7" fmla="*/ 176634 w 231073"/>
                  <a:gd name="connsiteY7" fmla="*/ 264893 h 264893"/>
                  <a:gd name="connsiteX8" fmla="*/ 59153 w 231073"/>
                  <a:gd name="connsiteY8" fmla="*/ 89790 h 264893"/>
                  <a:gd name="connsiteX9" fmla="*/ 59153 w 231073"/>
                  <a:gd name="connsiteY9" fmla="*/ 264893 h 264893"/>
                  <a:gd name="connsiteX10" fmla="*/ 0 w 231073"/>
                  <a:gd name="connsiteY10" fmla="*/ 264893 h 26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1073" h="264893">
                    <a:moveTo>
                      <a:pt x="0" y="264893"/>
                    </a:moveTo>
                    <a:lnTo>
                      <a:pt x="0" y="0"/>
                    </a:lnTo>
                    <a:lnTo>
                      <a:pt x="57150" y="0"/>
                    </a:lnTo>
                    <a:lnTo>
                      <a:pt x="171921" y="172039"/>
                    </a:lnTo>
                    <a:lnTo>
                      <a:pt x="171921" y="0"/>
                    </a:lnTo>
                    <a:lnTo>
                      <a:pt x="231074" y="0"/>
                    </a:lnTo>
                    <a:lnTo>
                      <a:pt x="231074" y="264893"/>
                    </a:lnTo>
                    <a:lnTo>
                      <a:pt x="176634" y="264893"/>
                    </a:lnTo>
                    <a:lnTo>
                      <a:pt x="59153" y="89790"/>
                    </a:lnTo>
                    <a:lnTo>
                      <a:pt x="59153" y="264893"/>
                    </a:lnTo>
                    <a:lnTo>
                      <a:pt x="0" y="26489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1" name="Forma libre: forma 6">
                <a:extLst>
                  <a:ext uri="{FF2B5EF4-FFF2-40B4-BE49-F238E27FC236}">
                    <a16:creationId xmlns:a16="http://schemas.microsoft.com/office/drawing/2014/main" id="{7CDA74F9-903E-051C-C60A-CD65F8F4465A}"/>
                  </a:ext>
                </a:extLst>
              </p:cNvPr>
              <p:cNvSpPr/>
              <p:nvPr/>
            </p:nvSpPr>
            <p:spPr>
              <a:xfrm>
                <a:off x="2359250" y="11191466"/>
                <a:ext cx="188064" cy="199023"/>
              </a:xfrm>
              <a:custGeom>
                <a:avLst/>
                <a:gdLst>
                  <a:gd name="connsiteX0" fmla="*/ 0 w 188064"/>
                  <a:gd name="connsiteY0" fmla="*/ 98864 h 199023"/>
                  <a:gd name="connsiteX1" fmla="*/ 6481 w 188064"/>
                  <a:gd name="connsiteY1" fmla="*/ 61392 h 199023"/>
                  <a:gd name="connsiteX2" fmla="*/ 25334 w 188064"/>
                  <a:gd name="connsiteY2" fmla="*/ 29812 h 199023"/>
                  <a:gd name="connsiteX3" fmla="*/ 55500 w 188064"/>
                  <a:gd name="connsiteY3" fmla="*/ 8131 h 199023"/>
                  <a:gd name="connsiteX4" fmla="*/ 96035 w 188064"/>
                  <a:gd name="connsiteY4" fmla="*/ 0 h 199023"/>
                  <a:gd name="connsiteX5" fmla="*/ 135746 w 188064"/>
                  <a:gd name="connsiteY5" fmla="*/ 7895 h 199023"/>
                  <a:gd name="connsiteX6" fmla="*/ 164497 w 188064"/>
                  <a:gd name="connsiteY6" fmla="*/ 29930 h 199023"/>
                  <a:gd name="connsiteX7" fmla="*/ 182172 w 188064"/>
                  <a:gd name="connsiteY7" fmla="*/ 63631 h 199023"/>
                  <a:gd name="connsiteX8" fmla="*/ 188064 w 188064"/>
                  <a:gd name="connsiteY8" fmla="*/ 106759 h 199023"/>
                  <a:gd name="connsiteX9" fmla="*/ 188064 w 188064"/>
                  <a:gd name="connsiteY9" fmla="*/ 116303 h 199023"/>
                  <a:gd name="connsiteX10" fmla="*/ 55264 w 188064"/>
                  <a:gd name="connsiteY10" fmla="*/ 116303 h 199023"/>
                  <a:gd name="connsiteX11" fmla="*/ 68580 w 188064"/>
                  <a:gd name="connsiteY11" fmla="*/ 142698 h 199023"/>
                  <a:gd name="connsiteX12" fmla="*/ 104166 w 188064"/>
                  <a:gd name="connsiteY12" fmla="*/ 153893 h 199023"/>
                  <a:gd name="connsiteX13" fmla="*/ 140341 w 188064"/>
                  <a:gd name="connsiteY13" fmla="*/ 147412 h 199023"/>
                  <a:gd name="connsiteX14" fmla="*/ 160609 w 188064"/>
                  <a:gd name="connsiteY14" fmla="*/ 136100 h 199023"/>
                  <a:gd name="connsiteX15" fmla="*/ 184058 w 188064"/>
                  <a:gd name="connsiteY15" fmla="*/ 172393 h 199023"/>
                  <a:gd name="connsiteX16" fmla="*/ 174513 w 188064"/>
                  <a:gd name="connsiteY16" fmla="*/ 178874 h 199023"/>
                  <a:gd name="connsiteX17" fmla="*/ 157898 w 188064"/>
                  <a:gd name="connsiteY17" fmla="*/ 187829 h 199023"/>
                  <a:gd name="connsiteX18" fmla="*/ 133860 w 188064"/>
                  <a:gd name="connsiteY18" fmla="*/ 195606 h 199023"/>
                  <a:gd name="connsiteX19" fmla="*/ 102163 w 188064"/>
                  <a:gd name="connsiteY19" fmla="*/ 199024 h 199023"/>
                  <a:gd name="connsiteX20" fmla="*/ 59271 w 188064"/>
                  <a:gd name="connsiteY20" fmla="*/ 191718 h 199023"/>
                  <a:gd name="connsiteX21" fmla="*/ 26984 w 188064"/>
                  <a:gd name="connsiteY21" fmla="*/ 171214 h 199023"/>
                  <a:gd name="connsiteX22" fmla="*/ 6952 w 188064"/>
                  <a:gd name="connsiteY22" fmla="*/ 139635 h 199023"/>
                  <a:gd name="connsiteX23" fmla="*/ 118 w 188064"/>
                  <a:gd name="connsiteY23" fmla="*/ 99099 h 199023"/>
                  <a:gd name="connsiteX24" fmla="*/ 55382 w 188064"/>
                  <a:gd name="connsiteY24" fmla="*/ 79892 h 199023"/>
                  <a:gd name="connsiteX25" fmla="*/ 134096 w 188064"/>
                  <a:gd name="connsiteY25" fmla="*/ 79892 h 199023"/>
                  <a:gd name="connsiteX26" fmla="*/ 131621 w 188064"/>
                  <a:gd name="connsiteY26" fmla="*/ 67637 h 199023"/>
                  <a:gd name="connsiteX27" fmla="*/ 124433 w 188064"/>
                  <a:gd name="connsiteY27" fmla="*/ 56325 h 199023"/>
                  <a:gd name="connsiteX28" fmla="*/ 112532 w 188064"/>
                  <a:gd name="connsiteY28" fmla="*/ 47723 h 199023"/>
                  <a:gd name="connsiteX29" fmla="*/ 95446 w 188064"/>
                  <a:gd name="connsiteY29" fmla="*/ 44306 h 199023"/>
                  <a:gd name="connsiteX30" fmla="*/ 78007 w 188064"/>
                  <a:gd name="connsiteY30" fmla="*/ 47723 h 199023"/>
                  <a:gd name="connsiteX31" fmla="*/ 65516 w 188064"/>
                  <a:gd name="connsiteY31" fmla="*/ 56325 h 199023"/>
                  <a:gd name="connsiteX32" fmla="*/ 57975 w 188064"/>
                  <a:gd name="connsiteY32" fmla="*/ 67755 h 199023"/>
                  <a:gd name="connsiteX33" fmla="*/ 55382 w 188064"/>
                  <a:gd name="connsiteY33" fmla="*/ 79892 h 199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88064" h="199023">
                    <a:moveTo>
                      <a:pt x="0" y="98864"/>
                    </a:moveTo>
                    <a:cubicBezTo>
                      <a:pt x="0" y="85902"/>
                      <a:pt x="2121" y="73411"/>
                      <a:pt x="6481" y="61392"/>
                    </a:cubicBezTo>
                    <a:cubicBezTo>
                      <a:pt x="10841" y="49373"/>
                      <a:pt x="17086" y="38768"/>
                      <a:pt x="25334" y="29812"/>
                    </a:cubicBezTo>
                    <a:cubicBezTo>
                      <a:pt x="33583" y="20857"/>
                      <a:pt x="43599" y="13551"/>
                      <a:pt x="55500" y="8131"/>
                    </a:cubicBezTo>
                    <a:cubicBezTo>
                      <a:pt x="67401" y="2710"/>
                      <a:pt x="80952" y="0"/>
                      <a:pt x="96035" y="0"/>
                    </a:cubicBezTo>
                    <a:cubicBezTo>
                      <a:pt x="111118" y="0"/>
                      <a:pt x="124433" y="2592"/>
                      <a:pt x="135746" y="7895"/>
                    </a:cubicBezTo>
                    <a:cubicBezTo>
                      <a:pt x="147176" y="13198"/>
                      <a:pt x="156720" y="20503"/>
                      <a:pt x="164497" y="29930"/>
                    </a:cubicBezTo>
                    <a:cubicBezTo>
                      <a:pt x="172274" y="39239"/>
                      <a:pt x="178166" y="50551"/>
                      <a:pt x="182172" y="63631"/>
                    </a:cubicBezTo>
                    <a:cubicBezTo>
                      <a:pt x="186061" y="76711"/>
                      <a:pt x="188064" y="91087"/>
                      <a:pt x="188064" y="106759"/>
                    </a:cubicBezTo>
                    <a:lnTo>
                      <a:pt x="188064" y="116303"/>
                    </a:lnTo>
                    <a:lnTo>
                      <a:pt x="55264" y="116303"/>
                    </a:lnTo>
                    <a:cubicBezTo>
                      <a:pt x="55500" y="126319"/>
                      <a:pt x="59978" y="135157"/>
                      <a:pt x="68580" y="142698"/>
                    </a:cubicBezTo>
                    <a:cubicBezTo>
                      <a:pt x="77182" y="150240"/>
                      <a:pt x="89083" y="153893"/>
                      <a:pt x="104166" y="153893"/>
                    </a:cubicBezTo>
                    <a:cubicBezTo>
                      <a:pt x="119249" y="153893"/>
                      <a:pt x="131032" y="151772"/>
                      <a:pt x="140341" y="147412"/>
                    </a:cubicBezTo>
                    <a:cubicBezTo>
                      <a:pt x="149650" y="143052"/>
                      <a:pt x="156367" y="139281"/>
                      <a:pt x="160609" y="136100"/>
                    </a:cubicBezTo>
                    <a:lnTo>
                      <a:pt x="184058" y="172393"/>
                    </a:lnTo>
                    <a:cubicBezTo>
                      <a:pt x="181937" y="173689"/>
                      <a:pt x="178873" y="175810"/>
                      <a:pt x="174513" y="178874"/>
                    </a:cubicBezTo>
                    <a:cubicBezTo>
                      <a:pt x="170271" y="181937"/>
                      <a:pt x="164733" y="184883"/>
                      <a:pt x="157898" y="187829"/>
                    </a:cubicBezTo>
                    <a:cubicBezTo>
                      <a:pt x="151064" y="190775"/>
                      <a:pt x="143169" y="193367"/>
                      <a:pt x="133860" y="195606"/>
                    </a:cubicBezTo>
                    <a:cubicBezTo>
                      <a:pt x="124669" y="197845"/>
                      <a:pt x="114064" y="199024"/>
                      <a:pt x="102163" y="199024"/>
                    </a:cubicBezTo>
                    <a:cubicBezTo>
                      <a:pt x="86255" y="199024"/>
                      <a:pt x="71997" y="196549"/>
                      <a:pt x="59271" y="191718"/>
                    </a:cubicBezTo>
                    <a:cubicBezTo>
                      <a:pt x="46545" y="186887"/>
                      <a:pt x="35822" y="180052"/>
                      <a:pt x="26984" y="171214"/>
                    </a:cubicBezTo>
                    <a:cubicBezTo>
                      <a:pt x="18147" y="162495"/>
                      <a:pt x="11430" y="151889"/>
                      <a:pt x="6952" y="139635"/>
                    </a:cubicBezTo>
                    <a:cubicBezTo>
                      <a:pt x="2475" y="127380"/>
                      <a:pt x="118" y="113829"/>
                      <a:pt x="118" y="99099"/>
                    </a:cubicBezTo>
                    <a:moveTo>
                      <a:pt x="55382" y="79892"/>
                    </a:moveTo>
                    <a:lnTo>
                      <a:pt x="134096" y="79892"/>
                    </a:lnTo>
                    <a:cubicBezTo>
                      <a:pt x="134096" y="75886"/>
                      <a:pt x="133271" y="71762"/>
                      <a:pt x="131621" y="67637"/>
                    </a:cubicBezTo>
                    <a:cubicBezTo>
                      <a:pt x="129972" y="63513"/>
                      <a:pt x="127615" y="59742"/>
                      <a:pt x="124433" y="56325"/>
                    </a:cubicBezTo>
                    <a:cubicBezTo>
                      <a:pt x="121252" y="52908"/>
                      <a:pt x="117245" y="49962"/>
                      <a:pt x="112532" y="47723"/>
                    </a:cubicBezTo>
                    <a:cubicBezTo>
                      <a:pt x="107701" y="45484"/>
                      <a:pt x="102045" y="44306"/>
                      <a:pt x="95446" y="44306"/>
                    </a:cubicBezTo>
                    <a:cubicBezTo>
                      <a:pt x="88847" y="44306"/>
                      <a:pt x="83073" y="45484"/>
                      <a:pt x="78007" y="47723"/>
                    </a:cubicBezTo>
                    <a:cubicBezTo>
                      <a:pt x="72940" y="49962"/>
                      <a:pt x="68815" y="52908"/>
                      <a:pt x="65516" y="56325"/>
                    </a:cubicBezTo>
                    <a:cubicBezTo>
                      <a:pt x="62217" y="59742"/>
                      <a:pt x="59742" y="63631"/>
                      <a:pt x="57975" y="67755"/>
                    </a:cubicBezTo>
                    <a:cubicBezTo>
                      <a:pt x="56207" y="71879"/>
                      <a:pt x="55382" y="76004"/>
                      <a:pt x="55382" y="79892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2" name="Forma libre: forma 7">
                <a:extLst>
                  <a:ext uri="{FF2B5EF4-FFF2-40B4-BE49-F238E27FC236}">
                    <a16:creationId xmlns:a16="http://schemas.microsoft.com/office/drawing/2014/main" id="{3E19D60F-FD09-2CB3-3C99-80F1AC8A8EEC}"/>
                  </a:ext>
                </a:extLst>
              </p:cNvPr>
              <p:cNvSpPr/>
              <p:nvPr/>
            </p:nvSpPr>
            <p:spPr>
              <a:xfrm>
                <a:off x="2555091" y="11197712"/>
                <a:ext cx="299889" cy="186297"/>
              </a:xfrm>
              <a:custGeom>
                <a:avLst/>
                <a:gdLst>
                  <a:gd name="connsiteX0" fmla="*/ 0 w 299889"/>
                  <a:gd name="connsiteY0" fmla="*/ 0 h 186297"/>
                  <a:gd name="connsiteX1" fmla="*/ 58799 w 299889"/>
                  <a:gd name="connsiteY1" fmla="*/ 0 h 186297"/>
                  <a:gd name="connsiteX2" fmla="*/ 91322 w 299889"/>
                  <a:gd name="connsiteY2" fmla="*/ 119603 h 186297"/>
                  <a:gd name="connsiteX3" fmla="*/ 127615 w 299889"/>
                  <a:gd name="connsiteY3" fmla="*/ 0 h 186297"/>
                  <a:gd name="connsiteX4" fmla="*/ 173099 w 299889"/>
                  <a:gd name="connsiteY4" fmla="*/ 0 h 186297"/>
                  <a:gd name="connsiteX5" fmla="*/ 209746 w 299889"/>
                  <a:gd name="connsiteY5" fmla="*/ 119603 h 186297"/>
                  <a:gd name="connsiteX6" fmla="*/ 242386 w 299889"/>
                  <a:gd name="connsiteY6" fmla="*/ 0 h 186297"/>
                  <a:gd name="connsiteX7" fmla="*/ 299889 w 299889"/>
                  <a:gd name="connsiteY7" fmla="*/ 0 h 186297"/>
                  <a:gd name="connsiteX8" fmla="*/ 235905 w 299889"/>
                  <a:gd name="connsiteY8" fmla="*/ 186297 h 186297"/>
                  <a:gd name="connsiteX9" fmla="*/ 184411 w 299889"/>
                  <a:gd name="connsiteY9" fmla="*/ 186297 h 186297"/>
                  <a:gd name="connsiteX10" fmla="*/ 149297 w 299889"/>
                  <a:gd name="connsiteY10" fmla="*/ 82131 h 186297"/>
                  <a:gd name="connsiteX11" fmla="*/ 114771 w 299889"/>
                  <a:gd name="connsiteY11" fmla="*/ 186297 h 186297"/>
                  <a:gd name="connsiteX12" fmla="*/ 63984 w 299889"/>
                  <a:gd name="connsiteY12" fmla="*/ 186297 h 186297"/>
                  <a:gd name="connsiteX13" fmla="*/ 0 w 299889"/>
                  <a:gd name="connsiteY13" fmla="*/ 0 h 186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9889" h="186297">
                    <a:moveTo>
                      <a:pt x="0" y="0"/>
                    </a:moveTo>
                    <a:lnTo>
                      <a:pt x="58799" y="0"/>
                    </a:lnTo>
                    <a:lnTo>
                      <a:pt x="91322" y="119603"/>
                    </a:lnTo>
                    <a:lnTo>
                      <a:pt x="127615" y="0"/>
                    </a:lnTo>
                    <a:lnTo>
                      <a:pt x="173099" y="0"/>
                    </a:lnTo>
                    <a:lnTo>
                      <a:pt x="209746" y="119603"/>
                    </a:lnTo>
                    <a:lnTo>
                      <a:pt x="242386" y="0"/>
                    </a:lnTo>
                    <a:lnTo>
                      <a:pt x="299889" y="0"/>
                    </a:lnTo>
                    <a:lnTo>
                      <a:pt x="235905" y="186297"/>
                    </a:lnTo>
                    <a:lnTo>
                      <a:pt x="184411" y="186297"/>
                    </a:lnTo>
                    <a:lnTo>
                      <a:pt x="149297" y="82131"/>
                    </a:lnTo>
                    <a:lnTo>
                      <a:pt x="114771" y="186297"/>
                    </a:lnTo>
                    <a:lnTo>
                      <a:pt x="63984" y="1862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3" name="Forma libre: forma 8">
                <a:extLst>
                  <a:ext uri="{FF2B5EF4-FFF2-40B4-BE49-F238E27FC236}">
                    <a16:creationId xmlns:a16="http://schemas.microsoft.com/office/drawing/2014/main" id="{1501F912-7016-222C-5D53-247C65AD1434}"/>
                  </a:ext>
                </a:extLst>
              </p:cNvPr>
              <p:cNvSpPr/>
              <p:nvPr/>
            </p:nvSpPr>
            <p:spPr>
              <a:xfrm>
                <a:off x="2878665" y="11119116"/>
                <a:ext cx="57031" cy="264775"/>
              </a:xfrm>
              <a:custGeom>
                <a:avLst/>
                <a:gdLst>
                  <a:gd name="connsiteX0" fmla="*/ 0 w 57031"/>
                  <a:gd name="connsiteY0" fmla="*/ 0 h 264775"/>
                  <a:gd name="connsiteX1" fmla="*/ 57032 w 57031"/>
                  <a:gd name="connsiteY1" fmla="*/ 0 h 264775"/>
                  <a:gd name="connsiteX2" fmla="*/ 57032 w 57031"/>
                  <a:gd name="connsiteY2" fmla="*/ 264776 h 264775"/>
                  <a:gd name="connsiteX3" fmla="*/ 0 w 57031"/>
                  <a:gd name="connsiteY3" fmla="*/ 264776 h 26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1" h="264775">
                    <a:moveTo>
                      <a:pt x="0" y="0"/>
                    </a:moveTo>
                    <a:lnTo>
                      <a:pt x="57032" y="0"/>
                    </a:lnTo>
                    <a:lnTo>
                      <a:pt x="57032" y="264776"/>
                    </a:lnTo>
                    <a:lnTo>
                      <a:pt x="0" y="26477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4" name="Forma libre: forma 9">
                <a:extLst>
                  <a:ext uri="{FF2B5EF4-FFF2-40B4-BE49-F238E27FC236}">
                    <a16:creationId xmlns:a16="http://schemas.microsoft.com/office/drawing/2014/main" id="{CC760BDA-1831-9AD6-9573-F75034E41138}"/>
                  </a:ext>
                </a:extLst>
              </p:cNvPr>
              <p:cNvSpPr/>
              <p:nvPr/>
            </p:nvSpPr>
            <p:spPr>
              <a:xfrm>
                <a:off x="2977293" y="11119116"/>
                <a:ext cx="61038" cy="264775"/>
              </a:xfrm>
              <a:custGeom>
                <a:avLst/>
                <a:gdLst>
                  <a:gd name="connsiteX0" fmla="*/ 0 w 61038"/>
                  <a:gd name="connsiteY0" fmla="*/ 0 h 264775"/>
                  <a:gd name="connsiteX1" fmla="*/ 61038 w 61038"/>
                  <a:gd name="connsiteY1" fmla="*/ 0 h 264775"/>
                  <a:gd name="connsiteX2" fmla="*/ 61038 w 61038"/>
                  <a:gd name="connsiteY2" fmla="*/ 51140 h 264775"/>
                  <a:gd name="connsiteX3" fmla="*/ 0 w 61038"/>
                  <a:gd name="connsiteY3" fmla="*/ 51140 h 264775"/>
                  <a:gd name="connsiteX4" fmla="*/ 0 w 61038"/>
                  <a:gd name="connsiteY4" fmla="*/ 0 h 264775"/>
                  <a:gd name="connsiteX5" fmla="*/ 2121 w 61038"/>
                  <a:gd name="connsiteY5" fmla="*/ 78478 h 264775"/>
                  <a:gd name="connsiteX6" fmla="*/ 59153 w 61038"/>
                  <a:gd name="connsiteY6" fmla="*/ 78478 h 264775"/>
                  <a:gd name="connsiteX7" fmla="*/ 59153 w 61038"/>
                  <a:gd name="connsiteY7" fmla="*/ 264776 h 264775"/>
                  <a:gd name="connsiteX8" fmla="*/ 2121 w 61038"/>
                  <a:gd name="connsiteY8" fmla="*/ 264776 h 264775"/>
                  <a:gd name="connsiteX9" fmla="*/ 2121 w 61038"/>
                  <a:gd name="connsiteY9" fmla="*/ 78478 h 26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038" h="264775">
                    <a:moveTo>
                      <a:pt x="0" y="0"/>
                    </a:moveTo>
                    <a:lnTo>
                      <a:pt x="61038" y="0"/>
                    </a:lnTo>
                    <a:lnTo>
                      <a:pt x="61038" y="51140"/>
                    </a:lnTo>
                    <a:lnTo>
                      <a:pt x="0" y="51140"/>
                    </a:lnTo>
                    <a:lnTo>
                      <a:pt x="0" y="0"/>
                    </a:lnTo>
                    <a:close/>
                    <a:moveTo>
                      <a:pt x="2121" y="78478"/>
                    </a:moveTo>
                    <a:lnTo>
                      <a:pt x="59153" y="78478"/>
                    </a:lnTo>
                    <a:lnTo>
                      <a:pt x="59153" y="264776"/>
                    </a:lnTo>
                    <a:lnTo>
                      <a:pt x="2121" y="264776"/>
                    </a:lnTo>
                    <a:lnTo>
                      <a:pt x="2121" y="78478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5" name="Forma libre: forma 10">
                <a:extLst>
                  <a:ext uri="{FF2B5EF4-FFF2-40B4-BE49-F238E27FC236}">
                    <a16:creationId xmlns:a16="http://schemas.microsoft.com/office/drawing/2014/main" id="{D20894F2-7ED6-865B-C0FC-F8FB68EC835D}"/>
                  </a:ext>
                </a:extLst>
              </p:cNvPr>
              <p:cNvSpPr/>
              <p:nvPr/>
            </p:nvSpPr>
            <p:spPr>
              <a:xfrm>
                <a:off x="3080398" y="11193470"/>
                <a:ext cx="181701" cy="190539"/>
              </a:xfrm>
              <a:custGeom>
                <a:avLst/>
                <a:gdLst>
                  <a:gd name="connsiteX0" fmla="*/ 236 w 181701"/>
                  <a:gd name="connsiteY0" fmla="*/ 190539 h 190539"/>
                  <a:gd name="connsiteX1" fmla="*/ 236 w 181701"/>
                  <a:gd name="connsiteY1" fmla="*/ 4242 h 190539"/>
                  <a:gd name="connsiteX2" fmla="*/ 55264 w 181701"/>
                  <a:gd name="connsiteY2" fmla="*/ 4242 h 190539"/>
                  <a:gd name="connsiteX3" fmla="*/ 56796 w 181701"/>
                  <a:gd name="connsiteY3" fmla="*/ 24628 h 190539"/>
                  <a:gd name="connsiteX4" fmla="*/ 80834 w 181701"/>
                  <a:gd name="connsiteY4" fmla="*/ 6834 h 190539"/>
                  <a:gd name="connsiteX5" fmla="*/ 111943 w 181701"/>
                  <a:gd name="connsiteY5" fmla="*/ 0 h 190539"/>
                  <a:gd name="connsiteX6" fmla="*/ 162847 w 181701"/>
                  <a:gd name="connsiteY6" fmla="*/ 19089 h 190539"/>
                  <a:gd name="connsiteX7" fmla="*/ 181701 w 181701"/>
                  <a:gd name="connsiteY7" fmla="*/ 75414 h 190539"/>
                  <a:gd name="connsiteX8" fmla="*/ 181701 w 181701"/>
                  <a:gd name="connsiteY8" fmla="*/ 190539 h 190539"/>
                  <a:gd name="connsiteX9" fmla="*/ 124669 w 181701"/>
                  <a:gd name="connsiteY9" fmla="*/ 190539 h 190539"/>
                  <a:gd name="connsiteX10" fmla="*/ 124669 w 181701"/>
                  <a:gd name="connsiteY10" fmla="*/ 83309 h 190539"/>
                  <a:gd name="connsiteX11" fmla="*/ 116892 w 181701"/>
                  <a:gd name="connsiteY11" fmla="*/ 58682 h 190539"/>
                  <a:gd name="connsiteX12" fmla="*/ 95210 w 181701"/>
                  <a:gd name="connsiteY12" fmla="*/ 49609 h 190539"/>
                  <a:gd name="connsiteX13" fmla="*/ 78596 w 181701"/>
                  <a:gd name="connsiteY13" fmla="*/ 53026 h 190539"/>
                  <a:gd name="connsiteX14" fmla="*/ 66694 w 181701"/>
                  <a:gd name="connsiteY14" fmla="*/ 61981 h 190539"/>
                  <a:gd name="connsiteX15" fmla="*/ 59506 w 181701"/>
                  <a:gd name="connsiteY15" fmla="*/ 74825 h 190539"/>
                  <a:gd name="connsiteX16" fmla="*/ 57032 w 181701"/>
                  <a:gd name="connsiteY16" fmla="*/ 90497 h 190539"/>
                  <a:gd name="connsiteX17" fmla="*/ 57032 w 181701"/>
                  <a:gd name="connsiteY17" fmla="*/ 190539 h 190539"/>
                  <a:gd name="connsiteX18" fmla="*/ 0 w 181701"/>
                  <a:gd name="connsiteY18" fmla="*/ 190539 h 190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1701" h="190539">
                    <a:moveTo>
                      <a:pt x="236" y="190539"/>
                    </a:moveTo>
                    <a:lnTo>
                      <a:pt x="236" y="4242"/>
                    </a:lnTo>
                    <a:lnTo>
                      <a:pt x="55264" y="4242"/>
                    </a:lnTo>
                    <a:lnTo>
                      <a:pt x="56796" y="24628"/>
                    </a:lnTo>
                    <a:cubicBezTo>
                      <a:pt x="62806" y="17322"/>
                      <a:pt x="70819" y="11312"/>
                      <a:pt x="80834" y="6834"/>
                    </a:cubicBezTo>
                    <a:cubicBezTo>
                      <a:pt x="90733" y="2357"/>
                      <a:pt x="101102" y="0"/>
                      <a:pt x="111943" y="0"/>
                    </a:cubicBezTo>
                    <a:cubicBezTo>
                      <a:pt x="133389" y="0"/>
                      <a:pt x="150239" y="6363"/>
                      <a:pt x="162847" y="19089"/>
                    </a:cubicBezTo>
                    <a:cubicBezTo>
                      <a:pt x="175456" y="31815"/>
                      <a:pt x="181701" y="50551"/>
                      <a:pt x="181701" y="75414"/>
                    </a:cubicBezTo>
                    <a:lnTo>
                      <a:pt x="181701" y="190539"/>
                    </a:lnTo>
                    <a:lnTo>
                      <a:pt x="124669" y="190539"/>
                    </a:lnTo>
                    <a:lnTo>
                      <a:pt x="124669" y="83309"/>
                    </a:lnTo>
                    <a:cubicBezTo>
                      <a:pt x="124669" y="72940"/>
                      <a:pt x="122077" y="64809"/>
                      <a:pt x="116892" y="58682"/>
                    </a:cubicBezTo>
                    <a:cubicBezTo>
                      <a:pt x="111707" y="52672"/>
                      <a:pt x="104519" y="49609"/>
                      <a:pt x="95210" y="49609"/>
                    </a:cubicBezTo>
                    <a:cubicBezTo>
                      <a:pt x="88847" y="49609"/>
                      <a:pt x="83309" y="50787"/>
                      <a:pt x="78596" y="53026"/>
                    </a:cubicBezTo>
                    <a:cubicBezTo>
                      <a:pt x="73882" y="55265"/>
                      <a:pt x="69876" y="58211"/>
                      <a:pt x="66694" y="61981"/>
                    </a:cubicBezTo>
                    <a:cubicBezTo>
                      <a:pt x="63513" y="65752"/>
                      <a:pt x="61156" y="69994"/>
                      <a:pt x="59506" y="74825"/>
                    </a:cubicBezTo>
                    <a:cubicBezTo>
                      <a:pt x="57857" y="79657"/>
                      <a:pt x="57032" y="84959"/>
                      <a:pt x="57032" y="90497"/>
                    </a:cubicBezTo>
                    <a:lnTo>
                      <a:pt x="57032" y="190539"/>
                    </a:lnTo>
                    <a:lnTo>
                      <a:pt x="0" y="1905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6" name="Forma libre: forma 11">
                <a:extLst>
                  <a:ext uri="{FF2B5EF4-FFF2-40B4-BE49-F238E27FC236}">
                    <a16:creationId xmlns:a16="http://schemas.microsoft.com/office/drawing/2014/main" id="{AC91F5A8-556C-A373-E51A-7892BDC8A923}"/>
                  </a:ext>
                </a:extLst>
              </p:cNvPr>
              <p:cNvSpPr/>
              <p:nvPr/>
            </p:nvSpPr>
            <p:spPr>
              <a:xfrm>
                <a:off x="3303224" y="11119116"/>
                <a:ext cx="187592" cy="264893"/>
              </a:xfrm>
              <a:custGeom>
                <a:avLst/>
                <a:gdLst>
                  <a:gd name="connsiteX0" fmla="*/ 0 w 187592"/>
                  <a:gd name="connsiteY0" fmla="*/ 264893 h 264893"/>
                  <a:gd name="connsiteX1" fmla="*/ 0 w 187592"/>
                  <a:gd name="connsiteY1" fmla="*/ 0 h 264893"/>
                  <a:gd name="connsiteX2" fmla="*/ 56914 w 187592"/>
                  <a:gd name="connsiteY2" fmla="*/ 0 h 264893"/>
                  <a:gd name="connsiteX3" fmla="*/ 56914 w 187592"/>
                  <a:gd name="connsiteY3" fmla="*/ 137514 h 264893"/>
                  <a:gd name="connsiteX4" fmla="*/ 113711 w 187592"/>
                  <a:gd name="connsiteY4" fmla="*/ 78596 h 264893"/>
                  <a:gd name="connsiteX5" fmla="*/ 178520 w 187592"/>
                  <a:gd name="connsiteY5" fmla="*/ 78596 h 264893"/>
                  <a:gd name="connsiteX6" fmla="*/ 111825 w 187592"/>
                  <a:gd name="connsiteY6" fmla="*/ 147412 h 264893"/>
                  <a:gd name="connsiteX7" fmla="*/ 187593 w 187592"/>
                  <a:gd name="connsiteY7" fmla="*/ 264893 h 264893"/>
                  <a:gd name="connsiteX8" fmla="*/ 121370 w 187592"/>
                  <a:gd name="connsiteY8" fmla="*/ 264893 h 264893"/>
                  <a:gd name="connsiteX9" fmla="*/ 73647 w 187592"/>
                  <a:gd name="connsiteY9" fmla="*/ 186179 h 264893"/>
                  <a:gd name="connsiteX10" fmla="*/ 56914 w 187592"/>
                  <a:gd name="connsiteY10" fmla="*/ 203383 h 264893"/>
                  <a:gd name="connsiteX11" fmla="*/ 56914 w 187592"/>
                  <a:gd name="connsiteY11" fmla="*/ 264893 h 264893"/>
                  <a:gd name="connsiteX12" fmla="*/ 0 w 187592"/>
                  <a:gd name="connsiteY12" fmla="*/ 264893 h 26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7592" h="264893">
                    <a:moveTo>
                      <a:pt x="0" y="264893"/>
                    </a:moveTo>
                    <a:lnTo>
                      <a:pt x="0" y="0"/>
                    </a:lnTo>
                    <a:lnTo>
                      <a:pt x="56914" y="0"/>
                    </a:lnTo>
                    <a:lnTo>
                      <a:pt x="56914" y="137514"/>
                    </a:lnTo>
                    <a:lnTo>
                      <a:pt x="113711" y="78596"/>
                    </a:lnTo>
                    <a:lnTo>
                      <a:pt x="178520" y="78596"/>
                    </a:lnTo>
                    <a:lnTo>
                      <a:pt x="111825" y="147412"/>
                    </a:lnTo>
                    <a:lnTo>
                      <a:pt x="187593" y="264893"/>
                    </a:lnTo>
                    <a:lnTo>
                      <a:pt x="121370" y="264893"/>
                    </a:lnTo>
                    <a:lnTo>
                      <a:pt x="73647" y="186179"/>
                    </a:lnTo>
                    <a:lnTo>
                      <a:pt x="56914" y="203383"/>
                    </a:lnTo>
                    <a:lnTo>
                      <a:pt x="56914" y="264893"/>
                    </a:lnTo>
                    <a:lnTo>
                      <a:pt x="0" y="26489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7" name="Forma libre: forma 12">
                <a:extLst>
                  <a:ext uri="{FF2B5EF4-FFF2-40B4-BE49-F238E27FC236}">
                    <a16:creationId xmlns:a16="http://schemas.microsoft.com/office/drawing/2014/main" id="{A49BD3F8-C64A-0E91-17F3-56E83C46E351}"/>
                  </a:ext>
                </a:extLst>
              </p:cNvPr>
              <p:cNvSpPr/>
              <p:nvPr/>
            </p:nvSpPr>
            <p:spPr>
              <a:xfrm>
                <a:off x="1032196" y="10856933"/>
                <a:ext cx="132210" cy="528843"/>
              </a:xfrm>
              <a:custGeom>
                <a:avLst/>
                <a:gdLst>
                  <a:gd name="connsiteX0" fmla="*/ 0 w 132210"/>
                  <a:gd name="connsiteY0" fmla="*/ 0 h 528843"/>
                  <a:gd name="connsiteX1" fmla="*/ 132211 w 132210"/>
                  <a:gd name="connsiteY1" fmla="*/ 0 h 528843"/>
                  <a:gd name="connsiteX2" fmla="*/ 132211 w 132210"/>
                  <a:gd name="connsiteY2" fmla="*/ 528844 h 528843"/>
                  <a:gd name="connsiteX3" fmla="*/ 0 w 132210"/>
                  <a:gd name="connsiteY3" fmla="*/ 528844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10" h="528843">
                    <a:moveTo>
                      <a:pt x="0" y="0"/>
                    </a:moveTo>
                    <a:lnTo>
                      <a:pt x="132211" y="0"/>
                    </a:lnTo>
                    <a:lnTo>
                      <a:pt x="132211" y="528844"/>
                    </a:lnTo>
                    <a:lnTo>
                      <a:pt x="0" y="52884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8" name="Forma libre: forma 13">
                <a:extLst>
                  <a:ext uri="{FF2B5EF4-FFF2-40B4-BE49-F238E27FC236}">
                    <a16:creationId xmlns:a16="http://schemas.microsoft.com/office/drawing/2014/main" id="{DD375B09-375C-65D4-BAED-BB3ADD679527}"/>
                  </a:ext>
                </a:extLst>
              </p:cNvPr>
              <p:cNvSpPr/>
              <p:nvPr/>
            </p:nvSpPr>
            <p:spPr>
              <a:xfrm>
                <a:off x="1762535" y="10856933"/>
                <a:ext cx="132210" cy="528843"/>
              </a:xfrm>
              <a:custGeom>
                <a:avLst/>
                <a:gdLst>
                  <a:gd name="connsiteX0" fmla="*/ 0 w 132210"/>
                  <a:gd name="connsiteY0" fmla="*/ 0 h 528843"/>
                  <a:gd name="connsiteX1" fmla="*/ 132211 w 132210"/>
                  <a:gd name="connsiteY1" fmla="*/ 0 h 528843"/>
                  <a:gd name="connsiteX2" fmla="*/ 132211 w 132210"/>
                  <a:gd name="connsiteY2" fmla="*/ 528844 h 528843"/>
                  <a:gd name="connsiteX3" fmla="*/ 0 w 132210"/>
                  <a:gd name="connsiteY3" fmla="*/ 528844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10" h="528843">
                    <a:moveTo>
                      <a:pt x="0" y="0"/>
                    </a:moveTo>
                    <a:lnTo>
                      <a:pt x="132211" y="0"/>
                    </a:lnTo>
                    <a:lnTo>
                      <a:pt x="132211" y="528844"/>
                    </a:lnTo>
                    <a:lnTo>
                      <a:pt x="0" y="52884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29" name="Forma libre: forma 14">
                <a:extLst>
                  <a:ext uri="{FF2B5EF4-FFF2-40B4-BE49-F238E27FC236}">
                    <a16:creationId xmlns:a16="http://schemas.microsoft.com/office/drawing/2014/main" id="{087DA5BF-7A4A-7606-2581-074B6F8B8A2D}"/>
                  </a:ext>
                </a:extLst>
              </p:cNvPr>
              <p:cNvSpPr/>
              <p:nvPr/>
            </p:nvSpPr>
            <p:spPr>
              <a:xfrm>
                <a:off x="1283655" y="10856933"/>
                <a:ext cx="362223" cy="528843"/>
              </a:xfrm>
              <a:custGeom>
                <a:avLst/>
                <a:gdLst>
                  <a:gd name="connsiteX0" fmla="*/ 143169 w 362223"/>
                  <a:gd name="connsiteY0" fmla="*/ 0 h 528843"/>
                  <a:gd name="connsiteX1" fmla="*/ 0 w 362223"/>
                  <a:gd name="connsiteY1" fmla="*/ 0 h 528843"/>
                  <a:gd name="connsiteX2" fmla="*/ 219055 w 362223"/>
                  <a:gd name="connsiteY2" fmla="*/ 528844 h 528843"/>
                  <a:gd name="connsiteX3" fmla="*/ 362224 w 362223"/>
                  <a:gd name="connsiteY3" fmla="*/ 528844 h 528843"/>
                  <a:gd name="connsiteX4" fmla="*/ 143169 w 362223"/>
                  <a:gd name="connsiteY4" fmla="*/ 0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2223" h="528843">
                    <a:moveTo>
                      <a:pt x="143169" y="0"/>
                    </a:moveTo>
                    <a:lnTo>
                      <a:pt x="0" y="0"/>
                    </a:lnTo>
                    <a:lnTo>
                      <a:pt x="219055" y="528844"/>
                    </a:lnTo>
                    <a:lnTo>
                      <a:pt x="362224" y="528844"/>
                    </a:lnTo>
                    <a:lnTo>
                      <a:pt x="1431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</p:grpSp>
        <p:sp>
          <p:nvSpPr>
            <p:cNvPr id="19" name="Forma libre: forma 4">
              <a:extLst>
                <a:ext uri="{FF2B5EF4-FFF2-40B4-BE49-F238E27FC236}">
                  <a16:creationId xmlns:a16="http://schemas.microsoft.com/office/drawing/2014/main" id="{ACE016CF-60EC-293D-7598-6672F749A98F}"/>
                </a:ext>
              </a:extLst>
            </p:cNvPr>
            <p:cNvSpPr/>
            <p:nvPr/>
          </p:nvSpPr>
          <p:spPr>
            <a:xfrm>
              <a:off x="3508020" y="11198183"/>
              <a:ext cx="57974" cy="58564"/>
            </a:xfrm>
            <a:custGeom>
              <a:avLst/>
              <a:gdLst>
                <a:gd name="connsiteX0" fmla="*/ 28987 w 57974"/>
                <a:gd name="connsiteY0" fmla="*/ 58564 h 58564"/>
                <a:gd name="connsiteX1" fmla="*/ 17557 w 57974"/>
                <a:gd name="connsiteY1" fmla="*/ 56325 h 58564"/>
                <a:gd name="connsiteX2" fmla="*/ 8366 w 57974"/>
                <a:gd name="connsiteY2" fmla="*/ 50080 h 58564"/>
                <a:gd name="connsiteX3" fmla="*/ 2239 w 57974"/>
                <a:gd name="connsiteY3" fmla="*/ 40771 h 58564"/>
                <a:gd name="connsiteX4" fmla="*/ 0 w 57974"/>
                <a:gd name="connsiteY4" fmla="*/ 29341 h 58564"/>
                <a:gd name="connsiteX5" fmla="*/ 2239 w 57974"/>
                <a:gd name="connsiteY5" fmla="*/ 17911 h 58564"/>
                <a:gd name="connsiteX6" fmla="*/ 8366 w 57974"/>
                <a:gd name="connsiteY6" fmla="*/ 8602 h 58564"/>
                <a:gd name="connsiteX7" fmla="*/ 17557 w 57974"/>
                <a:gd name="connsiteY7" fmla="*/ 2357 h 58564"/>
                <a:gd name="connsiteX8" fmla="*/ 28987 w 57974"/>
                <a:gd name="connsiteY8" fmla="*/ 0 h 58564"/>
                <a:gd name="connsiteX9" fmla="*/ 40417 w 57974"/>
                <a:gd name="connsiteY9" fmla="*/ 2357 h 58564"/>
                <a:gd name="connsiteX10" fmla="*/ 49608 w 57974"/>
                <a:gd name="connsiteY10" fmla="*/ 8602 h 58564"/>
                <a:gd name="connsiteX11" fmla="*/ 55736 w 57974"/>
                <a:gd name="connsiteY11" fmla="*/ 17911 h 58564"/>
                <a:gd name="connsiteX12" fmla="*/ 57975 w 57974"/>
                <a:gd name="connsiteY12" fmla="*/ 29341 h 58564"/>
                <a:gd name="connsiteX13" fmla="*/ 55736 w 57974"/>
                <a:gd name="connsiteY13" fmla="*/ 40771 h 58564"/>
                <a:gd name="connsiteX14" fmla="*/ 49491 w 57974"/>
                <a:gd name="connsiteY14" fmla="*/ 50080 h 58564"/>
                <a:gd name="connsiteX15" fmla="*/ 40299 w 57974"/>
                <a:gd name="connsiteY15" fmla="*/ 56325 h 58564"/>
                <a:gd name="connsiteX16" fmla="*/ 28869 w 57974"/>
                <a:gd name="connsiteY16" fmla="*/ 58564 h 58564"/>
                <a:gd name="connsiteX17" fmla="*/ 28987 w 57974"/>
                <a:gd name="connsiteY17" fmla="*/ 51612 h 58564"/>
                <a:gd name="connsiteX18" fmla="*/ 37589 w 57974"/>
                <a:gd name="connsiteY18" fmla="*/ 49844 h 58564"/>
                <a:gd name="connsiteX19" fmla="*/ 44424 w 57974"/>
                <a:gd name="connsiteY19" fmla="*/ 45131 h 58564"/>
                <a:gd name="connsiteX20" fmla="*/ 48901 w 57974"/>
                <a:gd name="connsiteY20" fmla="*/ 38061 h 58564"/>
                <a:gd name="connsiteX21" fmla="*/ 50551 w 57974"/>
                <a:gd name="connsiteY21" fmla="*/ 29223 h 58564"/>
                <a:gd name="connsiteX22" fmla="*/ 48901 w 57974"/>
                <a:gd name="connsiteY22" fmla="*/ 20385 h 58564"/>
                <a:gd name="connsiteX23" fmla="*/ 44424 w 57974"/>
                <a:gd name="connsiteY23" fmla="*/ 13315 h 58564"/>
                <a:gd name="connsiteX24" fmla="*/ 37589 w 57974"/>
                <a:gd name="connsiteY24" fmla="*/ 8602 h 58564"/>
                <a:gd name="connsiteX25" fmla="*/ 29105 w 57974"/>
                <a:gd name="connsiteY25" fmla="*/ 6834 h 58564"/>
                <a:gd name="connsiteX26" fmla="*/ 20503 w 57974"/>
                <a:gd name="connsiteY26" fmla="*/ 8602 h 58564"/>
                <a:gd name="connsiteX27" fmla="*/ 13669 w 57974"/>
                <a:gd name="connsiteY27" fmla="*/ 13315 h 58564"/>
                <a:gd name="connsiteX28" fmla="*/ 9073 w 57974"/>
                <a:gd name="connsiteY28" fmla="*/ 20385 h 58564"/>
                <a:gd name="connsiteX29" fmla="*/ 7424 w 57974"/>
                <a:gd name="connsiteY29" fmla="*/ 29223 h 58564"/>
                <a:gd name="connsiteX30" fmla="*/ 9073 w 57974"/>
                <a:gd name="connsiteY30" fmla="*/ 38061 h 58564"/>
                <a:gd name="connsiteX31" fmla="*/ 13551 w 57974"/>
                <a:gd name="connsiteY31" fmla="*/ 45131 h 58564"/>
                <a:gd name="connsiteX32" fmla="*/ 20385 w 57974"/>
                <a:gd name="connsiteY32" fmla="*/ 49844 h 58564"/>
                <a:gd name="connsiteX33" fmla="*/ 28987 w 57974"/>
                <a:gd name="connsiteY33" fmla="*/ 51612 h 58564"/>
                <a:gd name="connsiteX34" fmla="*/ 18029 w 57974"/>
                <a:gd name="connsiteY34" fmla="*/ 14494 h 58564"/>
                <a:gd name="connsiteX35" fmla="*/ 30166 w 57974"/>
                <a:gd name="connsiteY35" fmla="*/ 14494 h 58564"/>
                <a:gd name="connsiteX36" fmla="*/ 35115 w 57974"/>
                <a:gd name="connsiteY36" fmla="*/ 15319 h 58564"/>
                <a:gd name="connsiteX37" fmla="*/ 38414 w 57974"/>
                <a:gd name="connsiteY37" fmla="*/ 17440 h 58564"/>
                <a:gd name="connsiteX38" fmla="*/ 40299 w 57974"/>
                <a:gd name="connsiteY38" fmla="*/ 20268 h 58564"/>
                <a:gd name="connsiteX39" fmla="*/ 40889 w 57974"/>
                <a:gd name="connsiteY39" fmla="*/ 23214 h 58564"/>
                <a:gd name="connsiteX40" fmla="*/ 39592 w 57974"/>
                <a:gd name="connsiteY40" fmla="*/ 27927 h 58564"/>
                <a:gd name="connsiteX41" fmla="*/ 35586 w 57974"/>
                <a:gd name="connsiteY41" fmla="*/ 31462 h 58564"/>
                <a:gd name="connsiteX42" fmla="*/ 42538 w 57974"/>
                <a:gd name="connsiteY42" fmla="*/ 43481 h 58564"/>
                <a:gd name="connsiteX43" fmla="*/ 34879 w 57974"/>
                <a:gd name="connsiteY43" fmla="*/ 43481 h 58564"/>
                <a:gd name="connsiteX44" fmla="*/ 28634 w 57974"/>
                <a:gd name="connsiteY44" fmla="*/ 32522 h 58564"/>
                <a:gd name="connsiteX45" fmla="*/ 24981 w 57974"/>
                <a:gd name="connsiteY45" fmla="*/ 32522 h 58564"/>
                <a:gd name="connsiteX46" fmla="*/ 24981 w 57974"/>
                <a:gd name="connsiteY46" fmla="*/ 43481 h 58564"/>
                <a:gd name="connsiteX47" fmla="*/ 18029 w 57974"/>
                <a:gd name="connsiteY47" fmla="*/ 43481 h 58564"/>
                <a:gd name="connsiteX48" fmla="*/ 18029 w 57974"/>
                <a:gd name="connsiteY48" fmla="*/ 14494 h 58564"/>
                <a:gd name="connsiteX49" fmla="*/ 18029 w 57974"/>
                <a:gd name="connsiteY49" fmla="*/ 14494 h 58564"/>
                <a:gd name="connsiteX50" fmla="*/ 29930 w 57974"/>
                <a:gd name="connsiteY50" fmla="*/ 27102 h 58564"/>
                <a:gd name="connsiteX51" fmla="*/ 33112 w 57974"/>
                <a:gd name="connsiteY51" fmla="*/ 26159 h 58564"/>
                <a:gd name="connsiteX52" fmla="*/ 33936 w 57974"/>
                <a:gd name="connsiteY52" fmla="*/ 23803 h 58564"/>
                <a:gd name="connsiteX53" fmla="*/ 32994 w 57974"/>
                <a:gd name="connsiteY53" fmla="*/ 21210 h 58564"/>
                <a:gd name="connsiteX54" fmla="*/ 29930 w 57974"/>
                <a:gd name="connsiteY54" fmla="*/ 20268 h 58564"/>
                <a:gd name="connsiteX55" fmla="*/ 24981 w 57974"/>
                <a:gd name="connsiteY55" fmla="*/ 20268 h 58564"/>
                <a:gd name="connsiteX56" fmla="*/ 24981 w 57974"/>
                <a:gd name="connsiteY56" fmla="*/ 27102 h 58564"/>
                <a:gd name="connsiteX57" fmla="*/ 29930 w 57974"/>
                <a:gd name="connsiteY57" fmla="*/ 27102 h 5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7974" h="58564">
                  <a:moveTo>
                    <a:pt x="28987" y="58564"/>
                  </a:moveTo>
                  <a:cubicBezTo>
                    <a:pt x="24863" y="58564"/>
                    <a:pt x="21092" y="57857"/>
                    <a:pt x="17557" y="56325"/>
                  </a:cubicBezTo>
                  <a:cubicBezTo>
                    <a:pt x="14022" y="54793"/>
                    <a:pt x="10959" y="52790"/>
                    <a:pt x="8366" y="50080"/>
                  </a:cubicBezTo>
                  <a:cubicBezTo>
                    <a:pt x="5774" y="47370"/>
                    <a:pt x="3771" y="44306"/>
                    <a:pt x="2239" y="40771"/>
                  </a:cubicBezTo>
                  <a:cubicBezTo>
                    <a:pt x="707" y="37236"/>
                    <a:pt x="0" y="33465"/>
                    <a:pt x="0" y="29341"/>
                  </a:cubicBezTo>
                  <a:cubicBezTo>
                    <a:pt x="0" y="25217"/>
                    <a:pt x="707" y="21446"/>
                    <a:pt x="2239" y="17911"/>
                  </a:cubicBezTo>
                  <a:cubicBezTo>
                    <a:pt x="3771" y="14376"/>
                    <a:pt x="5774" y="11312"/>
                    <a:pt x="8366" y="8602"/>
                  </a:cubicBezTo>
                  <a:cubicBezTo>
                    <a:pt x="10959" y="6010"/>
                    <a:pt x="14022" y="3889"/>
                    <a:pt x="17557" y="2357"/>
                  </a:cubicBezTo>
                  <a:cubicBezTo>
                    <a:pt x="21092" y="825"/>
                    <a:pt x="24863" y="0"/>
                    <a:pt x="28987" y="0"/>
                  </a:cubicBezTo>
                  <a:cubicBezTo>
                    <a:pt x="33112" y="0"/>
                    <a:pt x="36882" y="825"/>
                    <a:pt x="40417" y="2357"/>
                  </a:cubicBezTo>
                  <a:cubicBezTo>
                    <a:pt x="43952" y="3889"/>
                    <a:pt x="47016" y="6010"/>
                    <a:pt x="49608" y="8602"/>
                  </a:cubicBezTo>
                  <a:cubicBezTo>
                    <a:pt x="52201" y="11194"/>
                    <a:pt x="54204" y="14258"/>
                    <a:pt x="55736" y="17911"/>
                  </a:cubicBezTo>
                  <a:cubicBezTo>
                    <a:pt x="57268" y="21446"/>
                    <a:pt x="57975" y="25217"/>
                    <a:pt x="57975" y="29341"/>
                  </a:cubicBezTo>
                  <a:cubicBezTo>
                    <a:pt x="57975" y="33465"/>
                    <a:pt x="57268" y="37236"/>
                    <a:pt x="55736" y="40771"/>
                  </a:cubicBezTo>
                  <a:cubicBezTo>
                    <a:pt x="54204" y="44306"/>
                    <a:pt x="52201" y="47370"/>
                    <a:pt x="49491" y="50080"/>
                  </a:cubicBezTo>
                  <a:cubicBezTo>
                    <a:pt x="46780" y="52790"/>
                    <a:pt x="43835" y="54793"/>
                    <a:pt x="40299" y="56325"/>
                  </a:cubicBezTo>
                  <a:cubicBezTo>
                    <a:pt x="36764" y="57857"/>
                    <a:pt x="32994" y="58564"/>
                    <a:pt x="28869" y="58564"/>
                  </a:cubicBezTo>
                  <a:close/>
                  <a:moveTo>
                    <a:pt x="28987" y="51612"/>
                  </a:moveTo>
                  <a:cubicBezTo>
                    <a:pt x="32051" y="51612"/>
                    <a:pt x="34879" y="51023"/>
                    <a:pt x="37589" y="49844"/>
                  </a:cubicBezTo>
                  <a:cubicBezTo>
                    <a:pt x="40182" y="48666"/>
                    <a:pt x="42538" y="47134"/>
                    <a:pt x="44424" y="45131"/>
                  </a:cubicBezTo>
                  <a:cubicBezTo>
                    <a:pt x="46309" y="43128"/>
                    <a:pt x="47841" y="40771"/>
                    <a:pt x="48901" y="38061"/>
                  </a:cubicBezTo>
                  <a:cubicBezTo>
                    <a:pt x="49962" y="35351"/>
                    <a:pt x="50551" y="32405"/>
                    <a:pt x="50551" y="29223"/>
                  </a:cubicBezTo>
                  <a:cubicBezTo>
                    <a:pt x="50551" y="26042"/>
                    <a:pt x="49962" y="23214"/>
                    <a:pt x="48901" y="20385"/>
                  </a:cubicBezTo>
                  <a:cubicBezTo>
                    <a:pt x="47841" y="17557"/>
                    <a:pt x="46309" y="15319"/>
                    <a:pt x="44424" y="13315"/>
                  </a:cubicBezTo>
                  <a:cubicBezTo>
                    <a:pt x="42538" y="11312"/>
                    <a:pt x="40182" y="9780"/>
                    <a:pt x="37589" y="8602"/>
                  </a:cubicBezTo>
                  <a:cubicBezTo>
                    <a:pt x="34997" y="7424"/>
                    <a:pt x="32169" y="6834"/>
                    <a:pt x="29105" y="6834"/>
                  </a:cubicBezTo>
                  <a:cubicBezTo>
                    <a:pt x="26042" y="6834"/>
                    <a:pt x="23213" y="7424"/>
                    <a:pt x="20503" y="8602"/>
                  </a:cubicBezTo>
                  <a:cubicBezTo>
                    <a:pt x="17793" y="9780"/>
                    <a:pt x="15554" y="11312"/>
                    <a:pt x="13669" y="13315"/>
                  </a:cubicBezTo>
                  <a:cubicBezTo>
                    <a:pt x="11783" y="15319"/>
                    <a:pt x="10252" y="17675"/>
                    <a:pt x="9073" y="20385"/>
                  </a:cubicBezTo>
                  <a:cubicBezTo>
                    <a:pt x="7895" y="23096"/>
                    <a:pt x="7424" y="26042"/>
                    <a:pt x="7424" y="29223"/>
                  </a:cubicBezTo>
                  <a:cubicBezTo>
                    <a:pt x="7424" y="32405"/>
                    <a:pt x="8013" y="35351"/>
                    <a:pt x="9073" y="38061"/>
                  </a:cubicBezTo>
                  <a:cubicBezTo>
                    <a:pt x="10134" y="40771"/>
                    <a:pt x="11666" y="43128"/>
                    <a:pt x="13551" y="45131"/>
                  </a:cubicBezTo>
                  <a:cubicBezTo>
                    <a:pt x="15436" y="47134"/>
                    <a:pt x="17793" y="48666"/>
                    <a:pt x="20385" y="49844"/>
                  </a:cubicBezTo>
                  <a:cubicBezTo>
                    <a:pt x="22978" y="51023"/>
                    <a:pt x="25806" y="51612"/>
                    <a:pt x="28987" y="51612"/>
                  </a:cubicBezTo>
                  <a:close/>
                  <a:moveTo>
                    <a:pt x="18029" y="14494"/>
                  </a:moveTo>
                  <a:lnTo>
                    <a:pt x="30166" y="14494"/>
                  </a:lnTo>
                  <a:cubicBezTo>
                    <a:pt x="32169" y="14494"/>
                    <a:pt x="33819" y="14729"/>
                    <a:pt x="35115" y="15319"/>
                  </a:cubicBezTo>
                  <a:cubicBezTo>
                    <a:pt x="36411" y="15908"/>
                    <a:pt x="37589" y="16615"/>
                    <a:pt x="38414" y="17440"/>
                  </a:cubicBezTo>
                  <a:cubicBezTo>
                    <a:pt x="39239" y="18264"/>
                    <a:pt x="39946" y="19207"/>
                    <a:pt x="40299" y="20268"/>
                  </a:cubicBezTo>
                  <a:cubicBezTo>
                    <a:pt x="40653" y="21328"/>
                    <a:pt x="40889" y="22271"/>
                    <a:pt x="40889" y="23214"/>
                  </a:cubicBezTo>
                  <a:cubicBezTo>
                    <a:pt x="40889" y="24863"/>
                    <a:pt x="40417" y="26513"/>
                    <a:pt x="39592" y="27927"/>
                  </a:cubicBezTo>
                  <a:cubicBezTo>
                    <a:pt x="38768" y="29341"/>
                    <a:pt x="37354" y="30519"/>
                    <a:pt x="35586" y="31462"/>
                  </a:cubicBezTo>
                  <a:lnTo>
                    <a:pt x="42538" y="43481"/>
                  </a:lnTo>
                  <a:lnTo>
                    <a:pt x="34879" y="43481"/>
                  </a:lnTo>
                  <a:lnTo>
                    <a:pt x="28634" y="32522"/>
                  </a:lnTo>
                  <a:lnTo>
                    <a:pt x="24981" y="32522"/>
                  </a:lnTo>
                  <a:lnTo>
                    <a:pt x="24981" y="43481"/>
                  </a:lnTo>
                  <a:lnTo>
                    <a:pt x="18029" y="43481"/>
                  </a:lnTo>
                  <a:lnTo>
                    <a:pt x="18029" y="14494"/>
                  </a:lnTo>
                  <a:lnTo>
                    <a:pt x="18029" y="14494"/>
                  </a:lnTo>
                  <a:close/>
                  <a:moveTo>
                    <a:pt x="29930" y="27102"/>
                  </a:moveTo>
                  <a:cubicBezTo>
                    <a:pt x="31462" y="27102"/>
                    <a:pt x="32522" y="26749"/>
                    <a:pt x="33112" y="26159"/>
                  </a:cubicBezTo>
                  <a:cubicBezTo>
                    <a:pt x="33701" y="25570"/>
                    <a:pt x="33936" y="24745"/>
                    <a:pt x="33936" y="23803"/>
                  </a:cubicBezTo>
                  <a:cubicBezTo>
                    <a:pt x="33936" y="22624"/>
                    <a:pt x="33701" y="21800"/>
                    <a:pt x="32994" y="21210"/>
                  </a:cubicBezTo>
                  <a:cubicBezTo>
                    <a:pt x="32405" y="20621"/>
                    <a:pt x="31344" y="20268"/>
                    <a:pt x="29930" y="20268"/>
                  </a:cubicBezTo>
                  <a:lnTo>
                    <a:pt x="24981" y="20268"/>
                  </a:lnTo>
                  <a:lnTo>
                    <a:pt x="24981" y="27102"/>
                  </a:lnTo>
                  <a:lnTo>
                    <a:pt x="29930" y="2710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DO" sz="1800"/>
            </a:p>
          </p:txBody>
        </p:sp>
      </p:grpSp>
    </p:spTree>
    <p:extLst>
      <p:ext uri="{BB962C8B-B14F-4D97-AF65-F5344CB8AC3E}">
        <p14:creationId xmlns:p14="http://schemas.microsoft.com/office/powerpoint/2010/main" val="55642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36">
          <p15:clr>
            <a:srgbClr val="FBAE40"/>
          </p15:clr>
        </p15:guide>
        <p15:guide id="2" pos="68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22">
            <a:extLst>
              <a:ext uri="{FF2B5EF4-FFF2-40B4-BE49-F238E27FC236}">
                <a16:creationId xmlns:a16="http://schemas.microsoft.com/office/drawing/2014/main" id="{C4607EC2-DF5E-A0E0-51F3-F23634A21D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5866" y="10147301"/>
            <a:ext cx="2278886" cy="1467992"/>
          </a:xfrm>
          <a:prstGeom prst="rect">
            <a:avLst/>
          </a:prstGeom>
        </p:spPr>
      </p:pic>
      <p:sp>
        <p:nvSpPr>
          <p:cNvPr id="31" name="Forma libre: forma 23">
            <a:extLst>
              <a:ext uri="{FF2B5EF4-FFF2-40B4-BE49-F238E27FC236}">
                <a16:creationId xmlns:a16="http://schemas.microsoft.com/office/drawing/2014/main" id="{5453F3F1-DAC2-A024-46D6-6B586E0B016B}"/>
              </a:ext>
            </a:extLst>
          </p:cNvPr>
          <p:cNvSpPr/>
          <p:nvPr userDrawn="1"/>
        </p:nvSpPr>
        <p:spPr>
          <a:xfrm>
            <a:off x="8820773" y="5511800"/>
            <a:ext cx="4010366" cy="1155700"/>
          </a:xfrm>
          <a:custGeom>
            <a:avLst/>
            <a:gdLst>
              <a:gd name="connsiteX0" fmla="*/ 552645 w 1726770"/>
              <a:gd name="connsiteY0" fmla="*/ 364700 h 497617"/>
              <a:gd name="connsiteX1" fmla="*/ 605317 w 1726770"/>
              <a:gd name="connsiteY1" fmla="*/ 409713 h 497617"/>
              <a:gd name="connsiteX2" fmla="*/ 612976 w 1726770"/>
              <a:gd name="connsiteY2" fmla="*/ 409713 h 497617"/>
              <a:gd name="connsiteX3" fmla="*/ 612976 w 1726770"/>
              <a:gd name="connsiteY3" fmla="*/ 489487 h 497617"/>
              <a:gd name="connsiteX4" fmla="*/ 587524 w 1726770"/>
              <a:gd name="connsiteY4" fmla="*/ 491137 h 497617"/>
              <a:gd name="connsiteX5" fmla="*/ 473695 w 1726770"/>
              <a:gd name="connsiteY5" fmla="*/ 416429 h 497617"/>
              <a:gd name="connsiteX6" fmla="*/ 460144 w 1726770"/>
              <a:gd name="connsiteY6" fmla="*/ 320512 h 497617"/>
              <a:gd name="connsiteX7" fmla="*/ 460144 w 1726770"/>
              <a:gd name="connsiteY7" fmla="*/ 8838 h 497617"/>
              <a:gd name="connsiteX8" fmla="*/ 548520 w 1726770"/>
              <a:gd name="connsiteY8" fmla="*/ 8838 h 497617"/>
              <a:gd name="connsiteX9" fmla="*/ 548520 w 1726770"/>
              <a:gd name="connsiteY9" fmla="*/ 322161 h 497617"/>
              <a:gd name="connsiteX10" fmla="*/ 552763 w 1726770"/>
              <a:gd name="connsiteY10" fmla="*/ 364582 h 497617"/>
              <a:gd name="connsiteX11" fmla="*/ 182526 w 1726770"/>
              <a:gd name="connsiteY11" fmla="*/ 213399 h 497617"/>
              <a:gd name="connsiteX12" fmla="*/ 276794 w 1726770"/>
              <a:gd name="connsiteY12" fmla="*/ 311910 h 497617"/>
              <a:gd name="connsiteX13" fmla="*/ 182526 w 1726770"/>
              <a:gd name="connsiteY13" fmla="*/ 411245 h 497617"/>
              <a:gd name="connsiteX14" fmla="*/ 88258 w 1726770"/>
              <a:gd name="connsiteY14" fmla="*/ 311910 h 497617"/>
              <a:gd name="connsiteX15" fmla="*/ 182526 w 1726770"/>
              <a:gd name="connsiteY15" fmla="*/ 213399 h 497617"/>
              <a:gd name="connsiteX16" fmla="*/ 402523 w 1726770"/>
              <a:gd name="connsiteY16" fmla="*/ 491137 h 497617"/>
              <a:gd name="connsiteX17" fmla="*/ 422909 w 1726770"/>
              <a:gd name="connsiteY17" fmla="*/ 489487 h 497617"/>
              <a:gd name="connsiteX18" fmla="*/ 422909 w 1726770"/>
              <a:gd name="connsiteY18" fmla="*/ 409713 h 497617"/>
              <a:gd name="connsiteX19" fmla="*/ 415249 w 1726770"/>
              <a:gd name="connsiteY19" fmla="*/ 409713 h 497617"/>
              <a:gd name="connsiteX20" fmla="*/ 365170 w 1726770"/>
              <a:gd name="connsiteY20" fmla="*/ 364700 h 497617"/>
              <a:gd name="connsiteX21" fmla="*/ 360928 w 1726770"/>
              <a:gd name="connsiteY21" fmla="*/ 322279 h 497617"/>
              <a:gd name="connsiteX22" fmla="*/ 360928 w 1726770"/>
              <a:gd name="connsiteY22" fmla="*/ 137160 h 497617"/>
              <a:gd name="connsiteX23" fmla="*/ 278561 w 1726770"/>
              <a:gd name="connsiteY23" fmla="*/ 137160 h 497617"/>
              <a:gd name="connsiteX24" fmla="*/ 278561 w 1726770"/>
              <a:gd name="connsiteY24" fmla="*/ 172864 h 497617"/>
              <a:gd name="connsiteX25" fmla="*/ 177459 w 1726770"/>
              <a:gd name="connsiteY25" fmla="*/ 132093 h 497617"/>
              <a:gd name="connsiteX26" fmla="*/ 0 w 1726770"/>
              <a:gd name="connsiteY26" fmla="*/ 312145 h 497617"/>
              <a:gd name="connsiteX27" fmla="*/ 176634 w 1726770"/>
              <a:gd name="connsiteY27" fmla="*/ 492197 h 497617"/>
              <a:gd name="connsiteX28" fmla="*/ 301421 w 1726770"/>
              <a:gd name="connsiteY28" fmla="*/ 437050 h 497617"/>
              <a:gd name="connsiteX29" fmla="*/ 402523 w 1726770"/>
              <a:gd name="connsiteY29" fmla="*/ 491372 h 497617"/>
              <a:gd name="connsiteX30" fmla="*/ 968130 w 1726770"/>
              <a:gd name="connsiteY30" fmla="*/ 364818 h 497617"/>
              <a:gd name="connsiteX31" fmla="*/ 963888 w 1726770"/>
              <a:gd name="connsiteY31" fmla="*/ 322397 h 497617"/>
              <a:gd name="connsiteX32" fmla="*/ 963888 w 1726770"/>
              <a:gd name="connsiteY32" fmla="*/ 137278 h 497617"/>
              <a:gd name="connsiteX33" fmla="*/ 874687 w 1726770"/>
              <a:gd name="connsiteY33" fmla="*/ 137278 h 497617"/>
              <a:gd name="connsiteX34" fmla="*/ 874687 w 1726770"/>
              <a:gd name="connsiteY34" fmla="*/ 320747 h 497617"/>
              <a:gd name="connsiteX35" fmla="*/ 888238 w 1726770"/>
              <a:gd name="connsiteY35" fmla="*/ 416665 h 497617"/>
              <a:gd name="connsiteX36" fmla="*/ 1002066 w 1726770"/>
              <a:gd name="connsiteY36" fmla="*/ 491372 h 497617"/>
              <a:gd name="connsiteX37" fmla="*/ 1027519 w 1726770"/>
              <a:gd name="connsiteY37" fmla="*/ 489723 h 497617"/>
              <a:gd name="connsiteX38" fmla="*/ 1027519 w 1726770"/>
              <a:gd name="connsiteY38" fmla="*/ 409948 h 497617"/>
              <a:gd name="connsiteX39" fmla="*/ 1019034 w 1726770"/>
              <a:gd name="connsiteY39" fmla="*/ 409948 h 497617"/>
              <a:gd name="connsiteX40" fmla="*/ 968130 w 1726770"/>
              <a:gd name="connsiteY40" fmla="*/ 364935 h 497617"/>
              <a:gd name="connsiteX41" fmla="*/ 749900 w 1726770"/>
              <a:gd name="connsiteY41" fmla="*/ 359868 h 497617"/>
              <a:gd name="connsiteX42" fmla="*/ 746483 w 1726770"/>
              <a:gd name="connsiteY42" fmla="*/ 305546 h 497617"/>
              <a:gd name="connsiteX43" fmla="*/ 746483 w 1726770"/>
              <a:gd name="connsiteY43" fmla="*/ 216345 h 497617"/>
              <a:gd name="connsiteX44" fmla="*/ 819540 w 1726770"/>
              <a:gd name="connsiteY44" fmla="*/ 216345 h 497617"/>
              <a:gd name="connsiteX45" fmla="*/ 819540 w 1726770"/>
              <a:gd name="connsiteY45" fmla="*/ 137396 h 497617"/>
              <a:gd name="connsiteX46" fmla="*/ 746483 w 1726770"/>
              <a:gd name="connsiteY46" fmla="*/ 137396 h 497617"/>
              <a:gd name="connsiteX47" fmla="*/ 746483 w 1726770"/>
              <a:gd name="connsiteY47" fmla="*/ 52437 h 497617"/>
              <a:gd name="connsiteX48" fmla="*/ 657282 w 1726770"/>
              <a:gd name="connsiteY48" fmla="*/ 52437 h 497617"/>
              <a:gd name="connsiteX49" fmla="*/ 657282 w 1726770"/>
              <a:gd name="connsiteY49" fmla="*/ 137396 h 497617"/>
              <a:gd name="connsiteX50" fmla="*/ 616511 w 1726770"/>
              <a:gd name="connsiteY50" fmla="*/ 137396 h 497617"/>
              <a:gd name="connsiteX51" fmla="*/ 616511 w 1726770"/>
              <a:gd name="connsiteY51" fmla="*/ 216345 h 497617"/>
              <a:gd name="connsiteX52" fmla="*/ 657282 w 1726770"/>
              <a:gd name="connsiteY52" fmla="*/ 216345 h 497617"/>
              <a:gd name="connsiteX53" fmla="*/ 657282 w 1726770"/>
              <a:gd name="connsiteY53" fmla="*/ 319097 h 497617"/>
              <a:gd name="connsiteX54" fmla="*/ 662349 w 1726770"/>
              <a:gd name="connsiteY54" fmla="*/ 383671 h 497617"/>
              <a:gd name="connsiteX55" fmla="*/ 795737 w 1726770"/>
              <a:gd name="connsiteY55" fmla="*/ 492433 h 497617"/>
              <a:gd name="connsiteX56" fmla="*/ 824607 w 1726770"/>
              <a:gd name="connsiteY56" fmla="*/ 490783 h 497617"/>
              <a:gd name="connsiteX57" fmla="*/ 824607 w 1726770"/>
              <a:gd name="connsiteY57" fmla="*/ 410066 h 497617"/>
              <a:gd name="connsiteX58" fmla="*/ 811881 w 1726770"/>
              <a:gd name="connsiteY58" fmla="*/ 410891 h 497617"/>
              <a:gd name="connsiteX59" fmla="*/ 749900 w 1726770"/>
              <a:gd name="connsiteY59" fmla="*/ 359986 h 497617"/>
              <a:gd name="connsiteX60" fmla="*/ 919700 w 1726770"/>
              <a:gd name="connsiteY60" fmla="*/ 101810 h 497617"/>
              <a:gd name="connsiteX61" fmla="*/ 970604 w 1726770"/>
              <a:gd name="connsiteY61" fmla="*/ 50905 h 497617"/>
              <a:gd name="connsiteX62" fmla="*/ 919700 w 1726770"/>
              <a:gd name="connsiteY62" fmla="*/ 0 h 497617"/>
              <a:gd name="connsiteX63" fmla="*/ 868795 w 1726770"/>
              <a:gd name="connsiteY63" fmla="*/ 50905 h 497617"/>
              <a:gd name="connsiteX64" fmla="*/ 919700 w 1726770"/>
              <a:gd name="connsiteY64" fmla="*/ 101810 h 497617"/>
              <a:gd name="connsiteX65" fmla="*/ 1655106 w 1726770"/>
              <a:gd name="connsiteY65" fmla="*/ 390506 h 497617"/>
              <a:gd name="connsiteX66" fmla="*/ 1567673 w 1726770"/>
              <a:gd name="connsiteY66" fmla="*/ 418550 h 497617"/>
              <a:gd name="connsiteX67" fmla="*/ 1461503 w 1726770"/>
              <a:gd name="connsiteY67" fmla="*/ 344668 h 497617"/>
              <a:gd name="connsiteX68" fmla="*/ 1724747 w 1726770"/>
              <a:gd name="connsiteY68" fmla="*/ 344668 h 497617"/>
              <a:gd name="connsiteX69" fmla="*/ 1726396 w 1726770"/>
              <a:gd name="connsiteY69" fmla="*/ 300480 h 497617"/>
              <a:gd name="connsiteX70" fmla="*/ 1550586 w 1726770"/>
              <a:gd name="connsiteY70" fmla="*/ 129736 h 497617"/>
              <a:gd name="connsiteX71" fmla="*/ 1371360 w 1726770"/>
              <a:gd name="connsiteY71" fmla="*/ 313206 h 497617"/>
              <a:gd name="connsiteX72" fmla="*/ 1566730 w 1726770"/>
              <a:gd name="connsiteY72" fmla="*/ 497500 h 497617"/>
              <a:gd name="connsiteX73" fmla="*/ 1706835 w 1726770"/>
              <a:gd name="connsiteY73" fmla="*/ 449894 h 497617"/>
              <a:gd name="connsiteX74" fmla="*/ 1654989 w 1726770"/>
              <a:gd name="connsiteY74" fmla="*/ 390388 h 497617"/>
              <a:gd name="connsiteX75" fmla="*/ 1461503 w 1726770"/>
              <a:gd name="connsiteY75" fmla="*/ 274202 h 497617"/>
              <a:gd name="connsiteX76" fmla="*/ 1549879 w 1726770"/>
              <a:gd name="connsiteY76" fmla="*/ 204562 h 497617"/>
              <a:gd name="connsiteX77" fmla="*/ 1637313 w 1726770"/>
              <a:gd name="connsiteY77" fmla="*/ 274202 h 497617"/>
              <a:gd name="connsiteX78" fmla="*/ 1461503 w 1726770"/>
              <a:gd name="connsiteY78" fmla="*/ 274202 h 497617"/>
              <a:gd name="connsiteX79" fmla="*/ 1313739 w 1726770"/>
              <a:gd name="connsiteY79" fmla="*/ 391448 h 497617"/>
              <a:gd name="connsiteX80" fmla="*/ 1239032 w 1726770"/>
              <a:gd name="connsiteY80" fmla="*/ 416901 h 497617"/>
              <a:gd name="connsiteX81" fmla="*/ 1135455 w 1726770"/>
              <a:gd name="connsiteY81" fmla="*/ 313324 h 497617"/>
              <a:gd name="connsiteX82" fmla="*/ 1233965 w 1726770"/>
              <a:gd name="connsiteY82" fmla="*/ 210571 h 497617"/>
              <a:gd name="connsiteX83" fmla="*/ 1305255 w 1726770"/>
              <a:gd name="connsiteY83" fmla="*/ 236024 h 497617"/>
              <a:gd name="connsiteX84" fmla="*/ 1367236 w 1726770"/>
              <a:gd name="connsiteY84" fmla="*/ 178285 h 497617"/>
              <a:gd name="connsiteX85" fmla="*/ 1233023 w 1726770"/>
              <a:gd name="connsiteY85" fmla="*/ 129854 h 497617"/>
              <a:gd name="connsiteX86" fmla="*/ 1046136 w 1726770"/>
              <a:gd name="connsiteY86" fmla="*/ 313324 h 497617"/>
              <a:gd name="connsiteX87" fmla="*/ 1238089 w 1726770"/>
              <a:gd name="connsiteY87" fmla="*/ 497618 h 497617"/>
              <a:gd name="connsiteX88" fmla="*/ 1368886 w 1726770"/>
              <a:gd name="connsiteY88" fmla="*/ 451780 h 497617"/>
              <a:gd name="connsiteX89" fmla="*/ 1313739 w 1726770"/>
              <a:gd name="connsiteY89" fmla="*/ 391448 h 497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26770" h="497617">
                <a:moveTo>
                  <a:pt x="552645" y="364700"/>
                </a:moveTo>
                <a:cubicBezTo>
                  <a:pt x="559479" y="393569"/>
                  <a:pt x="578097" y="409713"/>
                  <a:pt x="605317" y="409713"/>
                </a:cubicBezTo>
                <a:lnTo>
                  <a:pt x="612976" y="409713"/>
                </a:lnTo>
                <a:lnTo>
                  <a:pt x="612976" y="489487"/>
                </a:lnTo>
                <a:cubicBezTo>
                  <a:pt x="604492" y="490312"/>
                  <a:pt x="596008" y="491137"/>
                  <a:pt x="587524" y="491137"/>
                </a:cubicBezTo>
                <a:cubicBezTo>
                  <a:pt x="534027" y="491137"/>
                  <a:pt x="492431" y="464860"/>
                  <a:pt x="473695" y="416429"/>
                </a:cubicBezTo>
                <a:cubicBezTo>
                  <a:pt x="463562" y="384967"/>
                  <a:pt x="458377" y="352681"/>
                  <a:pt x="460144" y="320512"/>
                </a:cubicBezTo>
                <a:lnTo>
                  <a:pt x="460144" y="8838"/>
                </a:lnTo>
                <a:lnTo>
                  <a:pt x="548520" y="8838"/>
                </a:lnTo>
                <a:lnTo>
                  <a:pt x="548520" y="322161"/>
                </a:lnTo>
                <a:cubicBezTo>
                  <a:pt x="548520" y="336655"/>
                  <a:pt x="549345" y="351031"/>
                  <a:pt x="552763" y="364582"/>
                </a:cubicBezTo>
                <a:moveTo>
                  <a:pt x="182526" y="213399"/>
                </a:moveTo>
                <a:cubicBezTo>
                  <a:pt x="236847" y="213399"/>
                  <a:pt x="276794" y="254170"/>
                  <a:pt x="276794" y="311910"/>
                </a:cubicBezTo>
                <a:cubicBezTo>
                  <a:pt x="276794" y="369649"/>
                  <a:pt x="237672" y="411245"/>
                  <a:pt x="182526" y="411245"/>
                </a:cubicBezTo>
                <a:cubicBezTo>
                  <a:pt x="127379" y="411245"/>
                  <a:pt x="88258" y="370474"/>
                  <a:pt x="88258" y="311910"/>
                </a:cubicBezTo>
                <a:cubicBezTo>
                  <a:pt x="88258" y="253345"/>
                  <a:pt x="127379" y="213399"/>
                  <a:pt x="182526" y="213399"/>
                </a:cubicBezTo>
                <a:moveTo>
                  <a:pt x="402523" y="491137"/>
                </a:moveTo>
                <a:cubicBezTo>
                  <a:pt x="409358" y="491137"/>
                  <a:pt x="416074" y="490312"/>
                  <a:pt x="422909" y="489487"/>
                </a:cubicBezTo>
                <a:lnTo>
                  <a:pt x="422909" y="409713"/>
                </a:lnTo>
                <a:lnTo>
                  <a:pt x="415249" y="409713"/>
                </a:lnTo>
                <a:cubicBezTo>
                  <a:pt x="390622" y="409713"/>
                  <a:pt x="371886" y="393569"/>
                  <a:pt x="365170" y="364700"/>
                </a:cubicBezTo>
                <a:cubicBezTo>
                  <a:pt x="362577" y="351149"/>
                  <a:pt x="360928" y="336655"/>
                  <a:pt x="360928" y="322279"/>
                </a:cubicBezTo>
                <a:lnTo>
                  <a:pt x="360928" y="137160"/>
                </a:lnTo>
                <a:lnTo>
                  <a:pt x="278561" y="137160"/>
                </a:lnTo>
                <a:lnTo>
                  <a:pt x="278561" y="172864"/>
                </a:lnTo>
                <a:cubicBezTo>
                  <a:pt x="252284" y="145644"/>
                  <a:pt x="214812" y="131268"/>
                  <a:pt x="177459" y="132093"/>
                </a:cubicBezTo>
                <a:cubicBezTo>
                  <a:pt x="77300" y="132093"/>
                  <a:pt x="0" y="209393"/>
                  <a:pt x="0" y="312145"/>
                </a:cubicBezTo>
                <a:cubicBezTo>
                  <a:pt x="0" y="414897"/>
                  <a:pt x="73057" y="492197"/>
                  <a:pt x="176634" y="492197"/>
                </a:cubicBezTo>
                <a:cubicBezTo>
                  <a:pt x="236965" y="492197"/>
                  <a:pt x="277736" y="469219"/>
                  <a:pt x="301421" y="437050"/>
                </a:cubicBezTo>
                <a:cubicBezTo>
                  <a:pt x="320157" y="469337"/>
                  <a:pt x="345609" y="491372"/>
                  <a:pt x="402523" y="491372"/>
                </a:cubicBezTo>
                <a:moveTo>
                  <a:pt x="968130" y="364818"/>
                </a:moveTo>
                <a:cubicBezTo>
                  <a:pt x="965538" y="351266"/>
                  <a:pt x="963888" y="336773"/>
                  <a:pt x="963888" y="322397"/>
                </a:cubicBezTo>
                <a:lnTo>
                  <a:pt x="963888" y="137278"/>
                </a:lnTo>
                <a:lnTo>
                  <a:pt x="874687" y="137278"/>
                </a:lnTo>
                <a:lnTo>
                  <a:pt x="874687" y="320747"/>
                </a:lnTo>
                <a:cubicBezTo>
                  <a:pt x="873862" y="353034"/>
                  <a:pt x="878104" y="386146"/>
                  <a:pt x="888238" y="416665"/>
                </a:cubicBezTo>
                <a:cubicBezTo>
                  <a:pt x="906973" y="465095"/>
                  <a:pt x="948569" y="491372"/>
                  <a:pt x="1002066" y="491372"/>
                </a:cubicBezTo>
                <a:cubicBezTo>
                  <a:pt x="1010551" y="491372"/>
                  <a:pt x="1019034" y="490548"/>
                  <a:pt x="1027519" y="489723"/>
                </a:cubicBezTo>
                <a:lnTo>
                  <a:pt x="1027519" y="409948"/>
                </a:lnTo>
                <a:lnTo>
                  <a:pt x="1019034" y="409948"/>
                </a:lnTo>
                <a:cubicBezTo>
                  <a:pt x="992757" y="409948"/>
                  <a:pt x="974846" y="393805"/>
                  <a:pt x="968130" y="364935"/>
                </a:cubicBezTo>
                <a:moveTo>
                  <a:pt x="749900" y="359868"/>
                </a:moveTo>
                <a:cubicBezTo>
                  <a:pt x="746483" y="342075"/>
                  <a:pt x="745658" y="324164"/>
                  <a:pt x="746483" y="305546"/>
                </a:cubicBezTo>
                <a:lnTo>
                  <a:pt x="746483" y="216345"/>
                </a:lnTo>
                <a:lnTo>
                  <a:pt x="819540" y="216345"/>
                </a:lnTo>
                <a:lnTo>
                  <a:pt x="819540" y="137396"/>
                </a:lnTo>
                <a:lnTo>
                  <a:pt x="746483" y="137396"/>
                </a:lnTo>
                <a:lnTo>
                  <a:pt x="746483" y="52437"/>
                </a:lnTo>
                <a:lnTo>
                  <a:pt x="657282" y="52437"/>
                </a:lnTo>
                <a:lnTo>
                  <a:pt x="657282" y="137396"/>
                </a:lnTo>
                <a:lnTo>
                  <a:pt x="616511" y="137396"/>
                </a:lnTo>
                <a:lnTo>
                  <a:pt x="616511" y="216345"/>
                </a:lnTo>
                <a:lnTo>
                  <a:pt x="657282" y="216345"/>
                </a:lnTo>
                <a:lnTo>
                  <a:pt x="657282" y="319097"/>
                </a:lnTo>
                <a:cubicBezTo>
                  <a:pt x="657282" y="340308"/>
                  <a:pt x="658931" y="362461"/>
                  <a:pt x="662349" y="383671"/>
                </a:cubicBezTo>
                <a:cubicBezTo>
                  <a:pt x="677667" y="454961"/>
                  <a:pt x="724330" y="492433"/>
                  <a:pt x="795737" y="492433"/>
                </a:cubicBezTo>
                <a:cubicBezTo>
                  <a:pt x="805047" y="492433"/>
                  <a:pt x="815298" y="491608"/>
                  <a:pt x="824607" y="490783"/>
                </a:cubicBezTo>
                <a:lnTo>
                  <a:pt x="824607" y="410066"/>
                </a:lnTo>
                <a:cubicBezTo>
                  <a:pt x="820365" y="410066"/>
                  <a:pt x="816123" y="410891"/>
                  <a:pt x="811881" y="410891"/>
                </a:cubicBezTo>
                <a:cubicBezTo>
                  <a:pt x="777945" y="410891"/>
                  <a:pt x="757559" y="394748"/>
                  <a:pt x="749900" y="359986"/>
                </a:cubicBezTo>
                <a:moveTo>
                  <a:pt x="919700" y="101810"/>
                </a:moveTo>
                <a:cubicBezTo>
                  <a:pt x="947744" y="101810"/>
                  <a:pt x="970604" y="78832"/>
                  <a:pt x="970604" y="50905"/>
                </a:cubicBezTo>
                <a:cubicBezTo>
                  <a:pt x="970604" y="22978"/>
                  <a:pt x="947626" y="0"/>
                  <a:pt x="919700" y="0"/>
                </a:cubicBezTo>
                <a:cubicBezTo>
                  <a:pt x="891773" y="0"/>
                  <a:pt x="868795" y="22978"/>
                  <a:pt x="868795" y="50905"/>
                </a:cubicBezTo>
                <a:cubicBezTo>
                  <a:pt x="868795" y="78832"/>
                  <a:pt x="891773" y="101810"/>
                  <a:pt x="919700" y="101810"/>
                </a:cubicBezTo>
                <a:moveTo>
                  <a:pt x="1655106" y="390506"/>
                </a:moveTo>
                <a:cubicBezTo>
                  <a:pt x="1630479" y="410066"/>
                  <a:pt x="1599017" y="420200"/>
                  <a:pt x="1567673" y="418550"/>
                </a:cubicBezTo>
                <a:cubicBezTo>
                  <a:pt x="1509934" y="418550"/>
                  <a:pt x="1467513" y="389681"/>
                  <a:pt x="1461503" y="344668"/>
                </a:cubicBezTo>
                <a:lnTo>
                  <a:pt x="1724747" y="344668"/>
                </a:lnTo>
                <a:cubicBezTo>
                  <a:pt x="1726396" y="330174"/>
                  <a:pt x="1727339" y="314973"/>
                  <a:pt x="1726396" y="300480"/>
                </a:cubicBezTo>
                <a:cubicBezTo>
                  <a:pt x="1722979" y="199377"/>
                  <a:pt x="1656756" y="129736"/>
                  <a:pt x="1550586" y="129736"/>
                </a:cubicBezTo>
                <a:cubicBezTo>
                  <a:pt x="1444418" y="129736"/>
                  <a:pt x="1371360" y="207861"/>
                  <a:pt x="1371360" y="313206"/>
                </a:cubicBezTo>
                <a:cubicBezTo>
                  <a:pt x="1371360" y="429509"/>
                  <a:pt x="1452902" y="497500"/>
                  <a:pt x="1566730" y="497500"/>
                </a:cubicBezTo>
                <a:cubicBezTo>
                  <a:pt x="1620227" y="497500"/>
                  <a:pt x="1670307" y="483949"/>
                  <a:pt x="1706835" y="449894"/>
                </a:cubicBezTo>
                <a:lnTo>
                  <a:pt x="1654989" y="390388"/>
                </a:lnTo>
                <a:close/>
                <a:moveTo>
                  <a:pt x="1461503" y="274202"/>
                </a:moveTo>
                <a:cubicBezTo>
                  <a:pt x="1469163" y="232607"/>
                  <a:pt x="1507341" y="202912"/>
                  <a:pt x="1549879" y="204562"/>
                </a:cubicBezTo>
                <a:cubicBezTo>
                  <a:pt x="1597485" y="204562"/>
                  <a:pt x="1630597" y="231782"/>
                  <a:pt x="1637313" y="274202"/>
                </a:cubicBezTo>
                <a:lnTo>
                  <a:pt x="1461503" y="274202"/>
                </a:lnTo>
                <a:close/>
                <a:moveTo>
                  <a:pt x="1313739" y="391448"/>
                </a:moveTo>
                <a:cubicBezTo>
                  <a:pt x="1292529" y="408417"/>
                  <a:pt x="1266134" y="416901"/>
                  <a:pt x="1239032" y="416901"/>
                </a:cubicBezTo>
                <a:cubicBezTo>
                  <a:pt x="1176226" y="416901"/>
                  <a:pt x="1135455" y="375305"/>
                  <a:pt x="1135455" y="313324"/>
                </a:cubicBezTo>
                <a:cubicBezTo>
                  <a:pt x="1135455" y="251342"/>
                  <a:pt x="1177051" y="210571"/>
                  <a:pt x="1233965" y="210571"/>
                </a:cubicBezTo>
                <a:cubicBezTo>
                  <a:pt x="1260242" y="209747"/>
                  <a:pt x="1285812" y="219055"/>
                  <a:pt x="1305255" y="236024"/>
                </a:cubicBezTo>
                <a:lnTo>
                  <a:pt x="1367236" y="178285"/>
                </a:lnTo>
                <a:cubicBezTo>
                  <a:pt x="1329057" y="143523"/>
                  <a:pt x="1285694" y="129854"/>
                  <a:pt x="1233023" y="129854"/>
                </a:cubicBezTo>
                <a:cubicBezTo>
                  <a:pt x="1126028" y="129854"/>
                  <a:pt x="1046136" y="207154"/>
                  <a:pt x="1046136" y="313324"/>
                </a:cubicBezTo>
                <a:cubicBezTo>
                  <a:pt x="1046136" y="419493"/>
                  <a:pt x="1120019" y="497618"/>
                  <a:pt x="1238089" y="497618"/>
                </a:cubicBezTo>
                <a:cubicBezTo>
                  <a:pt x="1284751" y="497618"/>
                  <a:pt x="1334006" y="484891"/>
                  <a:pt x="1368886" y="451780"/>
                </a:cubicBezTo>
                <a:lnTo>
                  <a:pt x="1313739" y="391448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DO" sz="1800"/>
          </a:p>
        </p:txBody>
      </p:sp>
      <p:grpSp>
        <p:nvGrpSpPr>
          <p:cNvPr id="34" name="Gráfico 4">
            <a:extLst>
              <a:ext uri="{FF2B5EF4-FFF2-40B4-BE49-F238E27FC236}">
                <a16:creationId xmlns:a16="http://schemas.microsoft.com/office/drawing/2014/main" id="{81E40FCD-9FFA-2A86-8167-689B11B3B427}"/>
              </a:ext>
            </a:extLst>
          </p:cNvPr>
          <p:cNvGrpSpPr/>
          <p:nvPr userDrawn="1"/>
        </p:nvGrpSpPr>
        <p:grpSpPr>
          <a:xfrm>
            <a:off x="997964" y="10848867"/>
            <a:ext cx="3013612" cy="634592"/>
            <a:chOff x="1032196" y="10856933"/>
            <a:chExt cx="2533799" cy="533557"/>
          </a:xfrm>
          <a:solidFill>
            <a:srgbClr val="FFFFFF"/>
          </a:solidFill>
        </p:grpSpPr>
        <p:grpSp>
          <p:nvGrpSpPr>
            <p:cNvPr id="35" name="Gráfico 4">
              <a:extLst>
                <a:ext uri="{FF2B5EF4-FFF2-40B4-BE49-F238E27FC236}">
                  <a16:creationId xmlns:a16="http://schemas.microsoft.com/office/drawing/2014/main" id="{979F8E26-0131-382F-6B32-60934FBE9D45}"/>
                </a:ext>
              </a:extLst>
            </p:cNvPr>
            <p:cNvGrpSpPr/>
            <p:nvPr/>
          </p:nvGrpSpPr>
          <p:grpSpPr>
            <a:xfrm>
              <a:off x="1032196" y="10856933"/>
              <a:ext cx="2458620" cy="533557"/>
              <a:chOff x="1032196" y="10856933"/>
              <a:chExt cx="2458620" cy="533557"/>
            </a:xfrm>
            <a:solidFill>
              <a:srgbClr val="FFFFFF"/>
            </a:solidFill>
          </p:grpSpPr>
          <p:sp>
            <p:nvSpPr>
              <p:cNvPr id="37" name="Forma libre: forma 5">
                <a:extLst>
                  <a:ext uri="{FF2B5EF4-FFF2-40B4-BE49-F238E27FC236}">
                    <a16:creationId xmlns:a16="http://schemas.microsoft.com/office/drawing/2014/main" id="{AB2FEFB3-42D4-0822-FAF6-BB37F17F62F1}"/>
                  </a:ext>
                </a:extLst>
              </p:cNvPr>
              <p:cNvSpPr/>
              <p:nvPr/>
            </p:nvSpPr>
            <p:spPr>
              <a:xfrm>
                <a:off x="2089644" y="11119116"/>
                <a:ext cx="231073" cy="264893"/>
              </a:xfrm>
              <a:custGeom>
                <a:avLst/>
                <a:gdLst>
                  <a:gd name="connsiteX0" fmla="*/ 0 w 231073"/>
                  <a:gd name="connsiteY0" fmla="*/ 264893 h 264893"/>
                  <a:gd name="connsiteX1" fmla="*/ 0 w 231073"/>
                  <a:gd name="connsiteY1" fmla="*/ 0 h 264893"/>
                  <a:gd name="connsiteX2" fmla="*/ 57150 w 231073"/>
                  <a:gd name="connsiteY2" fmla="*/ 0 h 264893"/>
                  <a:gd name="connsiteX3" fmla="*/ 171921 w 231073"/>
                  <a:gd name="connsiteY3" fmla="*/ 172039 h 264893"/>
                  <a:gd name="connsiteX4" fmla="*/ 171921 w 231073"/>
                  <a:gd name="connsiteY4" fmla="*/ 0 h 264893"/>
                  <a:gd name="connsiteX5" fmla="*/ 231074 w 231073"/>
                  <a:gd name="connsiteY5" fmla="*/ 0 h 264893"/>
                  <a:gd name="connsiteX6" fmla="*/ 231074 w 231073"/>
                  <a:gd name="connsiteY6" fmla="*/ 264893 h 264893"/>
                  <a:gd name="connsiteX7" fmla="*/ 176634 w 231073"/>
                  <a:gd name="connsiteY7" fmla="*/ 264893 h 264893"/>
                  <a:gd name="connsiteX8" fmla="*/ 59153 w 231073"/>
                  <a:gd name="connsiteY8" fmla="*/ 89790 h 264893"/>
                  <a:gd name="connsiteX9" fmla="*/ 59153 w 231073"/>
                  <a:gd name="connsiteY9" fmla="*/ 264893 h 264893"/>
                  <a:gd name="connsiteX10" fmla="*/ 0 w 231073"/>
                  <a:gd name="connsiteY10" fmla="*/ 264893 h 26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1073" h="264893">
                    <a:moveTo>
                      <a:pt x="0" y="264893"/>
                    </a:moveTo>
                    <a:lnTo>
                      <a:pt x="0" y="0"/>
                    </a:lnTo>
                    <a:lnTo>
                      <a:pt x="57150" y="0"/>
                    </a:lnTo>
                    <a:lnTo>
                      <a:pt x="171921" y="172039"/>
                    </a:lnTo>
                    <a:lnTo>
                      <a:pt x="171921" y="0"/>
                    </a:lnTo>
                    <a:lnTo>
                      <a:pt x="231074" y="0"/>
                    </a:lnTo>
                    <a:lnTo>
                      <a:pt x="231074" y="264893"/>
                    </a:lnTo>
                    <a:lnTo>
                      <a:pt x="176634" y="264893"/>
                    </a:lnTo>
                    <a:lnTo>
                      <a:pt x="59153" y="89790"/>
                    </a:lnTo>
                    <a:lnTo>
                      <a:pt x="59153" y="264893"/>
                    </a:lnTo>
                    <a:lnTo>
                      <a:pt x="0" y="26489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38" name="Forma libre: forma 6">
                <a:extLst>
                  <a:ext uri="{FF2B5EF4-FFF2-40B4-BE49-F238E27FC236}">
                    <a16:creationId xmlns:a16="http://schemas.microsoft.com/office/drawing/2014/main" id="{B930D40B-5986-B676-1F46-3DC01FCC2B3A}"/>
                  </a:ext>
                </a:extLst>
              </p:cNvPr>
              <p:cNvSpPr/>
              <p:nvPr/>
            </p:nvSpPr>
            <p:spPr>
              <a:xfrm>
                <a:off x="2359250" y="11191466"/>
                <a:ext cx="188064" cy="199023"/>
              </a:xfrm>
              <a:custGeom>
                <a:avLst/>
                <a:gdLst>
                  <a:gd name="connsiteX0" fmla="*/ 0 w 188064"/>
                  <a:gd name="connsiteY0" fmla="*/ 98864 h 199023"/>
                  <a:gd name="connsiteX1" fmla="*/ 6481 w 188064"/>
                  <a:gd name="connsiteY1" fmla="*/ 61392 h 199023"/>
                  <a:gd name="connsiteX2" fmla="*/ 25334 w 188064"/>
                  <a:gd name="connsiteY2" fmla="*/ 29812 h 199023"/>
                  <a:gd name="connsiteX3" fmla="*/ 55500 w 188064"/>
                  <a:gd name="connsiteY3" fmla="*/ 8131 h 199023"/>
                  <a:gd name="connsiteX4" fmla="*/ 96035 w 188064"/>
                  <a:gd name="connsiteY4" fmla="*/ 0 h 199023"/>
                  <a:gd name="connsiteX5" fmla="*/ 135746 w 188064"/>
                  <a:gd name="connsiteY5" fmla="*/ 7895 h 199023"/>
                  <a:gd name="connsiteX6" fmla="*/ 164497 w 188064"/>
                  <a:gd name="connsiteY6" fmla="*/ 29930 h 199023"/>
                  <a:gd name="connsiteX7" fmla="*/ 182172 w 188064"/>
                  <a:gd name="connsiteY7" fmla="*/ 63631 h 199023"/>
                  <a:gd name="connsiteX8" fmla="*/ 188064 w 188064"/>
                  <a:gd name="connsiteY8" fmla="*/ 106759 h 199023"/>
                  <a:gd name="connsiteX9" fmla="*/ 188064 w 188064"/>
                  <a:gd name="connsiteY9" fmla="*/ 116303 h 199023"/>
                  <a:gd name="connsiteX10" fmla="*/ 55264 w 188064"/>
                  <a:gd name="connsiteY10" fmla="*/ 116303 h 199023"/>
                  <a:gd name="connsiteX11" fmla="*/ 68580 w 188064"/>
                  <a:gd name="connsiteY11" fmla="*/ 142698 h 199023"/>
                  <a:gd name="connsiteX12" fmla="*/ 104166 w 188064"/>
                  <a:gd name="connsiteY12" fmla="*/ 153893 h 199023"/>
                  <a:gd name="connsiteX13" fmla="*/ 140341 w 188064"/>
                  <a:gd name="connsiteY13" fmla="*/ 147412 h 199023"/>
                  <a:gd name="connsiteX14" fmla="*/ 160609 w 188064"/>
                  <a:gd name="connsiteY14" fmla="*/ 136100 h 199023"/>
                  <a:gd name="connsiteX15" fmla="*/ 184058 w 188064"/>
                  <a:gd name="connsiteY15" fmla="*/ 172393 h 199023"/>
                  <a:gd name="connsiteX16" fmla="*/ 174513 w 188064"/>
                  <a:gd name="connsiteY16" fmla="*/ 178874 h 199023"/>
                  <a:gd name="connsiteX17" fmla="*/ 157898 w 188064"/>
                  <a:gd name="connsiteY17" fmla="*/ 187829 h 199023"/>
                  <a:gd name="connsiteX18" fmla="*/ 133860 w 188064"/>
                  <a:gd name="connsiteY18" fmla="*/ 195606 h 199023"/>
                  <a:gd name="connsiteX19" fmla="*/ 102163 w 188064"/>
                  <a:gd name="connsiteY19" fmla="*/ 199024 h 199023"/>
                  <a:gd name="connsiteX20" fmla="*/ 59271 w 188064"/>
                  <a:gd name="connsiteY20" fmla="*/ 191718 h 199023"/>
                  <a:gd name="connsiteX21" fmla="*/ 26984 w 188064"/>
                  <a:gd name="connsiteY21" fmla="*/ 171214 h 199023"/>
                  <a:gd name="connsiteX22" fmla="*/ 6952 w 188064"/>
                  <a:gd name="connsiteY22" fmla="*/ 139635 h 199023"/>
                  <a:gd name="connsiteX23" fmla="*/ 118 w 188064"/>
                  <a:gd name="connsiteY23" fmla="*/ 99099 h 199023"/>
                  <a:gd name="connsiteX24" fmla="*/ 55382 w 188064"/>
                  <a:gd name="connsiteY24" fmla="*/ 79892 h 199023"/>
                  <a:gd name="connsiteX25" fmla="*/ 134096 w 188064"/>
                  <a:gd name="connsiteY25" fmla="*/ 79892 h 199023"/>
                  <a:gd name="connsiteX26" fmla="*/ 131621 w 188064"/>
                  <a:gd name="connsiteY26" fmla="*/ 67637 h 199023"/>
                  <a:gd name="connsiteX27" fmla="*/ 124433 w 188064"/>
                  <a:gd name="connsiteY27" fmla="*/ 56325 h 199023"/>
                  <a:gd name="connsiteX28" fmla="*/ 112532 w 188064"/>
                  <a:gd name="connsiteY28" fmla="*/ 47723 h 199023"/>
                  <a:gd name="connsiteX29" fmla="*/ 95446 w 188064"/>
                  <a:gd name="connsiteY29" fmla="*/ 44306 h 199023"/>
                  <a:gd name="connsiteX30" fmla="*/ 78007 w 188064"/>
                  <a:gd name="connsiteY30" fmla="*/ 47723 h 199023"/>
                  <a:gd name="connsiteX31" fmla="*/ 65516 w 188064"/>
                  <a:gd name="connsiteY31" fmla="*/ 56325 h 199023"/>
                  <a:gd name="connsiteX32" fmla="*/ 57975 w 188064"/>
                  <a:gd name="connsiteY32" fmla="*/ 67755 h 199023"/>
                  <a:gd name="connsiteX33" fmla="*/ 55382 w 188064"/>
                  <a:gd name="connsiteY33" fmla="*/ 79892 h 199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88064" h="199023">
                    <a:moveTo>
                      <a:pt x="0" y="98864"/>
                    </a:moveTo>
                    <a:cubicBezTo>
                      <a:pt x="0" y="85902"/>
                      <a:pt x="2121" y="73411"/>
                      <a:pt x="6481" y="61392"/>
                    </a:cubicBezTo>
                    <a:cubicBezTo>
                      <a:pt x="10841" y="49373"/>
                      <a:pt x="17086" y="38768"/>
                      <a:pt x="25334" y="29812"/>
                    </a:cubicBezTo>
                    <a:cubicBezTo>
                      <a:pt x="33583" y="20857"/>
                      <a:pt x="43599" y="13551"/>
                      <a:pt x="55500" y="8131"/>
                    </a:cubicBezTo>
                    <a:cubicBezTo>
                      <a:pt x="67401" y="2710"/>
                      <a:pt x="80952" y="0"/>
                      <a:pt x="96035" y="0"/>
                    </a:cubicBezTo>
                    <a:cubicBezTo>
                      <a:pt x="111118" y="0"/>
                      <a:pt x="124433" y="2592"/>
                      <a:pt x="135746" y="7895"/>
                    </a:cubicBezTo>
                    <a:cubicBezTo>
                      <a:pt x="147176" y="13198"/>
                      <a:pt x="156720" y="20503"/>
                      <a:pt x="164497" y="29930"/>
                    </a:cubicBezTo>
                    <a:cubicBezTo>
                      <a:pt x="172274" y="39239"/>
                      <a:pt x="178166" y="50551"/>
                      <a:pt x="182172" y="63631"/>
                    </a:cubicBezTo>
                    <a:cubicBezTo>
                      <a:pt x="186061" y="76711"/>
                      <a:pt x="188064" y="91087"/>
                      <a:pt x="188064" y="106759"/>
                    </a:cubicBezTo>
                    <a:lnTo>
                      <a:pt x="188064" y="116303"/>
                    </a:lnTo>
                    <a:lnTo>
                      <a:pt x="55264" y="116303"/>
                    </a:lnTo>
                    <a:cubicBezTo>
                      <a:pt x="55500" y="126319"/>
                      <a:pt x="59978" y="135157"/>
                      <a:pt x="68580" y="142698"/>
                    </a:cubicBezTo>
                    <a:cubicBezTo>
                      <a:pt x="77182" y="150240"/>
                      <a:pt x="89083" y="153893"/>
                      <a:pt x="104166" y="153893"/>
                    </a:cubicBezTo>
                    <a:cubicBezTo>
                      <a:pt x="119249" y="153893"/>
                      <a:pt x="131032" y="151772"/>
                      <a:pt x="140341" y="147412"/>
                    </a:cubicBezTo>
                    <a:cubicBezTo>
                      <a:pt x="149650" y="143052"/>
                      <a:pt x="156367" y="139281"/>
                      <a:pt x="160609" y="136100"/>
                    </a:cubicBezTo>
                    <a:lnTo>
                      <a:pt x="184058" y="172393"/>
                    </a:lnTo>
                    <a:cubicBezTo>
                      <a:pt x="181937" y="173689"/>
                      <a:pt x="178873" y="175810"/>
                      <a:pt x="174513" y="178874"/>
                    </a:cubicBezTo>
                    <a:cubicBezTo>
                      <a:pt x="170271" y="181937"/>
                      <a:pt x="164733" y="184883"/>
                      <a:pt x="157898" y="187829"/>
                    </a:cubicBezTo>
                    <a:cubicBezTo>
                      <a:pt x="151064" y="190775"/>
                      <a:pt x="143169" y="193367"/>
                      <a:pt x="133860" y="195606"/>
                    </a:cubicBezTo>
                    <a:cubicBezTo>
                      <a:pt x="124669" y="197845"/>
                      <a:pt x="114064" y="199024"/>
                      <a:pt x="102163" y="199024"/>
                    </a:cubicBezTo>
                    <a:cubicBezTo>
                      <a:pt x="86255" y="199024"/>
                      <a:pt x="71997" y="196549"/>
                      <a:pt x="59271" y="191718"/>
                    </a:cubicBezTo>
                    <a:cubicBezTo>
                      <a:pt x="46545" y="186887"/>
                      <a:pt x="35822" y="180052"/>
                      <a:pt x="26984" y="171214"/>
                    </a:cubicBezTo>
                    <a:cubicBezTo>
                      <a:pt x="18147" y="162495"/>
                      <a:pt x="11430" y="151889"/>
                      <a:pt x="6952" y="139635"/>
                    </a:cubicBezTo>
                    <a:cubicBezTo>
                      <a:pt x="2475" y="127380"/>
                      <a:pt x="118" y="113829"/>
                      <a:pt x="118" y="99099"/>
                    </a:cubicBezTo>
                    <a:moveTo>
                      <a:pt x="55382" y="79892"/>
                    </a:moveTo>
                    <a:lnTo>
                      <a:pt x="134096" y="79892"/>
                    </a:lnTo>
                    <a:cubicBezTo>
                      <a:pt x="134096" y="75886"/>
                      <a:pt x="133271" y="71762"/>
                      <a:pt x="131621" y="67637"/>
                    </a:cubicBezTo>
                    <a:cubicBezTo>
                      <a:pt x="129972" y="63513"/>
                      <a:pt x="127615" y="59742"/>
                      <a:pt x="124433" y="56325"/>
                    </a:cubicBezTo>
                    <a:cubicBezTo>
                      <a:pt x="121252" y="52908"/>
                      <a:pt x="117245" y="49962"/>
                      <a:pt x="112532" y="47723"/>
                    </a:cubicBezTo>
                    <a:cubicBezTo>
                      <a:pt x="107701" y="45484"/>
                      <a:pt x="102045" y="44306"/>
                      <a:pt x="95446" y="44306"/>
                    </a:cubicBezTo>
                    <a:cubicBezTo>
                      <a:pt x="88847" y="44306"/>
                      <a:pt x="83073" y="45484"/>
                      <a:pt x="78007" y="47723"/>
                    </a:cubicBezTo>
                    <a:cubicBezTo>
                      <a:pt x="72940" y="49962"/>
                      <a:pt x="68815" y="52908"/>
                      <a:pt x="65516" y="56325"/>
                    </a:cubicBezTo>
                    <a:cubicBezTo>
                      <a:pt x="62217" y="59742"/>
                      <a:pt x="59742" y="63631"/>
                      <a:pt x="57975" y="67755"/>
                    </a:cubicBezTo>
                    <a:cubicBezTo>
                      <a:pt x="56207" y="71879"/>
                      <a:pt x="55382" y="76004"/>
                      <a:pt x="55382" y="79892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39" name="Forma libre: forma 7">
                <a:extLst>
                  <a:ext uri="{FF2B5EF4-FFF2-40B4-BE49-F238E27FC236}">
                    <a16:creationId xmlns:a16="http://schemas.microsoft.com/office/drawing/2014/main" id="{C93E32CF-BD02-8CEB-E3B6-15B7131695D6}"/>
                  </a:ext>
                </a:extLst>
              </p:cNvPr>
              <p:cNvSpPr/>
              <p:nvPr/>
            </p:nvSpPr>
            <p:spPr>
              <a:xfrm>
                <a:off x="2555091" y="11197712"/>
                <a:ext cx="299889" cy="186297"/>
              </a:xfrm>
              <a:custGeom>
                <a:avLst/>
                <a:gdLst>
                  <a:gd name="connsiteX0" fmla="*/ 0 w 299889"/>
                  <a:gd name="connsiteY0" fmla="*/ 0 h 186297"/>
                  <a:gd name="connsiteX1" fmla="*/ 58799 w 299889"/>
                  <a:gd name="connsiteY1" fmla="*/ 0 h 186297"/>
                  <a:gd name="connsiteX2" fmla="*/ 91322 w 299889"/>
                  <a:gd name="connsiteY2" fmla="*/ 119603 h 186297"/>
                  <a:gd name="connsiteX3" fmla="*/ 127615 w 299889"/>
                  <a:gd name="connsiteY3" fmla="*/ 0 h 186297"/>
                  <a:gd name="connsiteX4" fmla="*/ 173099 w 299889"/>
                  <a:gd name="connsiteY4" fmla="*/ 0 h 186297"/>
                  <a:gd name="connsiteX5" fmla="*/ 209746 w 299889"/>
                  <a:gd name="connsiteY5" fmla="*/ 119603 h 186297"/>
                  <a:gd name="connsiteX6" fmla="*/ 242386 w 299889"/>
                  <a:gd name="connsiteY6" fmla="*/ 0 h 186297"/>
                  <a:gd name="connsiteX7" fmla="*/ 299889 w 299889"/>
                  <a:gd name="connsiteY7" fmla="*/ 0 h 186297"/>
                  <a:gd name="connsiteX8" fmla="*/ 235905 w 299889"/>
                  <a:gd name="connsiteY8" fmla="*/ 186297 h 186297"/>
                  <a:gd name="connsiteX9" fmla="*/ 184411 w 299889"/>
                  <a:gd name="connsiteY9" fmla="*/ 186297 h 186297"/>
                  <a:gd name="connsiteX10" fmla="*/ 149297 w 299889"/>
                  <a:gd name="connsiteY10" fmla="*/ 82131 h 186297"/>
                  <a:gd name="connsiteX11" fmla="*/ 114771 w 299889"/>
                  <a:gd name="connsiteY11" fmla="*/ 186297 h 186297"/>
                  <a:gd name="connsiteX12" fmla="*/ 63984 w 299889"/>
                  <a:gd name="connsiteY12" fmla="*/ 186297 h 186297"/>
                  <a:gd name="connsiteX13" fmla="*/ 0 w 299889"/>
                  <a:gd name="connsiteY13" fmla="*/ 0 h 186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9889" h="186297">
                    <a:moveTo>
                      <a:pt x="0" y="0"/>
                    </a:moveTo>
                    <a:lnTo>
                      <a:pt x="58799" y="0"/>
                    </a:lnTo>
                    <a:lnTo>
                      <a:pt x="91322" y="119603"/>
                    </a:lnTo>
                    <a:lnTo>
                      <a:pt x="127615" y="0"/>
                    </a:lnTo>
                    <a:lnTo>
                      <a:pt x="173099" y="0"/>
                    </a:lnTo>
                    <a:lnTo>
                      <a:pt x="209746" y="119603"/>
                    </a:lnTo>
                    <a:lnTo>
                      <a:pt x="242386" y="0"/>
                    </a:lnTo>
                    <a:lnTo>
                      <a:pt x="299889" y="0"/>
                    </a:lnTo>
                    <a:lnTo>
                      <a:pt x="235905" y="186297"/>
                    </a:lnTo>
                    <a:lnTo>
                      <a:pt x="184411" y="186297"/>
                    </a:lnTo>
                    <a:lnTo>
                      <a:pt x="149297" y="82131"/>
                    </a:lnTo>
                    <a:lnTo>
                      <a:pt x="114771" y="186297"/>
                    </a:lnTo>
                    <a:lnTo>
                      <a:pt x="63984" y="1862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40" name="Forma libre: forma 8">
                <a:extLst>
                  <a:ext uri="{FF2B5EF4-FFF2-40B4-BE49-F238E27FC236}">
                    <a16:creationId xmlns:a16="http://schemas.microsoft.com/office/drawing/2014/main" id="{C4C41749-27B0-4589-2F5E-A3777D9485EB}"/>
                  </a:ext>
                </a:extLst>
              </p:cNvPr>
              <p:cNvSpPr/>
              <p:nvPr/>
            </p:nvSpPr>
            <p:spPr>
              <a:xfrm>
                <a:off x="2878665" y="11119116"/>
                <a:ext cx="57031" cy="264775"/>
              </a:xfrm>
              <a:custGeom>
                <a:avLst/>
                <a:gdLst>
                  <a:gd name="connsiteX0" fmla="*/ 0 w 57031"/>
                  <a:gd name="connsiteY0" fmla="*/ 0 h 264775"/>
                  <a:gd name="connsiteX1" fmla="*/ 57032 w 57031"/>
                  <a:gd name="connsiteY1" fmla="*/ 0 h 264775"/>
                  <a:gd name="connsiteX2" fmla="*/ 57032 w 57031"/>
                  <a:gd name="connsiteY2" fmla="*/ 264776 h 264775"/>
                  <a:gd name="connsiteX3" fmla="*/ 0 w 57031"/>
                  <a:gd name="connsiteY3" fmla="*/ 264776 h 26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1" h="264775">
                    <a:moveTo>
                      <a:pt x="0" y="0"/>
                    </a:moveTo>
                    <a:lnTo>
                      <a:pt x="57032" y="0"/>
                    </a:lnTo>
                    <a:lnTo>
                      <a:pt x="57032" y="264776"/>
                    </a:lnTo>
                    <a:lnTo>
                      <a:pt x="0" y="26477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41" name="Forma libre: forma 9">
                <a:extLst>
                  <a:ext uri="{FF2B5EF4-FFF2-40B4-BE49-F238E27FC236}">
                    <a16:creationId xmlns:a16="http://schemas.microsoft.com/office/drawing/2014/main" id="{46DB409D-3179-C592-9C54-0C123E57290F}"/>
                  </a:ext>
                </a:extLst>
              </p:cNvPr>
              <p:cNvSpPr/>
              <p:nvPr/>
            </p:nvSpPr>
            <p:spPr>
              <a:xfrm>
                <a:off x="2977293" y="11119116"/>
                <a:ext cx="61038" cy="264775"/>
              </a:xfrm>
              <a:custGeom>
                <a:avLst/>
                <a:gdLst>
                  <a:gd name="connsiteX0" fmla="*/ 0 w 61038"/>
                  <a:gd name="connsiteY0" fmla="*/ 0 h 264775"/>
                  <a:gd name="connsiteX1" fmla="*/ 61038 w 61038"/>
                  <a:gd name="connsiteY1" fmla="*/ 0 h 264775"/>
                  <a:gd name="connsiteX2" fmla="*/ 61038 w 61038"/>
                  <a:gd name="connsiteY2" fmla="*/ 51140 h 264775"/>
                  <a:gd name="connsiteX3" fmla="*/ 0 w 61038"/>
                  <a:gd name="connsiteY3" fmla="*/ 51140 h 264775"/>
                  <a:gd name="connsiteX4" fmla="*/ 0 w 61038"/>
                  <a:gd name="connsiteY4" fmla="*/ 0 h 264775"/>
                  <a:gd name="connsiteX5" fmla="*/ 2121 w 61038"/>
                  <a:gd name="connsiteY5" fmla="*/ 78478 h 264775"/>
                  <a:gd name="connsiteX6" fmla="*/ 59153 w 61038"/>
                  <a:gd name="connsiteY6" fmla="*/ 78478 h 264775"/>
                  <a:gd name="connsiteX7" fmla="*/ 59153 w 61038"/>
                  <a:gd name="connsiteY7" fmla="*/ 264776 h 264775"/>
                  <a:gd name="connsiteX8" fmla="*/ 2121 w 61038"/>
                  <a:gd name="connsiteY8" fmla="*/ 264776 h 264775"/>
                  <a:gd name="connsiteX9" fmla="*/ 2121 w 61038"/>
                  <a:gd name="connsiteY9" fmla="*/ 78478 h 26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038" h="264775">
                    <a:moveTo>
                      <a:pt x="0" y="0"/>
                    </a:moveTo>
                    <a:lnTo>
                      <a:pt x="61038" y="0"/>
                    </a:lnTo>
                    <a:lnTo>
                      <a:pt x="61038" y="51140"/>
                    </a:lnTo>
                    <a:lnTo>
                      <a:pt x="0" y="51140"/>
                    </a:lnTo>
                    <a:lnTo>
                      <a:pt x="0" y="0"/>
                    </a:lnTo>
                    <a:close/>
                    <a:moveTo>
                      <a:pt x="2121" y="78478"/>
                    </a:moveTo>
                    <a:lnTo>
                      <a:pt x="59153" y="78478"/>
                    </a:lnTo>
                    <a:lnTo>
                      <a:pt x="59153" y="264776"/>
                    </a:lnTo>
                    <a:lnTo>
                      <a:pt x="2121" y="264776"/>
                    </a:lnTo>
                    <a:lnTo>
                      <a:pt x="2121" y="78478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42" name="Forma libre: forma 10">
                <a:extLst>
                  <a:ext uri="{FF2B5EF4-FFF2-40B4-BE49-F238E27FC236}">
                    <a16:creationId xmlns:a16="http://schemas.microsoft.com/office/drawing/2014/main" id="{0D715757-A409-DE77-3D12-785605AA58CC}"/>
                  </a:ext>
                </a:extLst>
              </p:cNvPr>
              <p:cNvSpPr/>
              <p:nvPr/>
            </p:nvSpPr>
            <p:spPr>
              <a:xfrm>
                <a:off x="3080398" y="11193470"/>
                <a:ext cx="181701" cy="190539"/>
              </a:xfrm>
              <a:custGeom>
                <a:avLst/>
                <a:gdLst>
                  <a:gd name="connsiteX0" fmla="*/ 236 w 181701"/>
                  <a:gd name="connsiteY0" fmla="*/ 190539 h 190539"/>
                  <a:gd name="connsiteX1" fmla="*/ 236 w 181701"/>
                  <a:gd name="connsiteY1" fmla="*/ 4242 h 190539"/>
                  <a:gd name="connsiteX2" fmla="*/ 55264 w 181701"/>
                  <a:gd name="connsiteY2" fmla="*/ 4242 h 190539"/>
                  <a:gd name="connsiteX3" fmla="*/ 56796 w 181701"/>
                  <a:gd name="connsiteY3" fmla="*/ 24628 h 190539"/>
                  <a:gd name="connsiteX4" fmla="*/ 80834 w 181701"/>
                  <a:gd name="connsiteY4" fmla="*/ 6834 h 190539"/>
                  <a:gd name="connsiteX5" fmla="*/ 111943 w 181701"/>
                  <a:gd name="connsiteY5" fmla="*/ 0 h 190539"/>
                  <a:gd name="connsiteX6" fmla="*/ 162847 w 181701"/>
                  <a:gd name="connsiteY6" fmla="*/ 19089 h 190539"/>
                  <a:gd name="connsiteX7" fmla="*/ 181701 w 181701"/>
                  <a:gd name="connsiteY7" fmla="*/ 75414 h 190539"/>
                  <a:gd name="connsiteX8" fmla="*/ 181701 w 181701"/>
                  <a:gd name="connsiteY8" fmla="*/ 190539 h 190539"/>
                  <a:gd name="connsiteX9" fmla="*/ 124669 w 181701"/>
                  <a:gd name="connsiteY9" fmla="*/ 190539 h 190539"/>
                  <a:gd name="connsiteX10" fmla="*/ 124669 w 181701"/>
                  <a:gd name="connsiteY10" fmla="*/ 83309 h 190539"/>
                  <a:gd name="connsiteX11" fmla="*/ 116892 w 181701"/>
                  <a:gd name="connsiteY11" fmla="*/ 58682 h 190539"/>
                  <a:gd name="connsiteX12" fmla="*/ 95210 w 181701"/>
                  <a:gd name="connsiteY12" fmla="*/ 49609 h 190539"/>
                  <a:gd name="connsiteX13" fmla="*/ 78596 w 181701"/>
                  <a:gd name="connsiteY13" fmla="*/ 53026 h 190539"/>
                  <a:gd name="connsiteX14" fmla="*/ 66694 w 181701"/>
                  <a:gd name="connsiteY14" fmla="*/ 61981 h 190539"/>
                  <a:gd name="connsiteX15" fmla="*/ 59506 w 181701"/>
                  <a:gd name="connsiteY15" fmla="*/ 74825 h 190539"/>
                  <a:gd name="connsiteX16" fmla="*/ 57032 w 181701"/>
                  <a:gd name="connsiteY16" fmla="*/ 90497 h 190539"/>
                  <a:gd name="connsiteX17" fmla="*/ 57032 w 181701"/>
                  <a:gd name="connsiteY17" fmla="*/ 190539 h 190539"/>
                  <a:gd name="connsiteX18" fmla="*/ 0 w 181701"/>
                  <a:gd name="connsiteY18" fmla="*/ 190539 h 190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1701" h="190539">
                    <a:moveTo>
                      <a:pt x="236" y="190539"/>
                    </a:moveTo>
                    <a:lnTo>
                      <a:pt x="236" y="4242"/>
                    </a:lnTo>
                    <a:lnTo>
                      <a:pt x="55264" y="4242"/>
                    </a:lnTo>
                    <a:lnTo>
                      <a:pt x="56796" y="24628"/>
                    </a:lnTo>
                    <a:cubicBezTo>
                      <a:pt x="62806" y="17322"/>
                      <a:pt x="70819" y="11312"/>
                      <a:pt x="80834" y="6834"/>
                    </a:cubicBezTo>
                    <a:cubicBezTo>
                      <a:pt x="90733" y="2357"/>
                      <a:pt x="101102" y="0"/>
                      <a:pt x="111943" y="0"/>
                    </a:cubicBezTo>
                    <a:cubicBezTo>
                      <a:pt x="133389" y="0"/>
                      <a:pt x="150239" y="6363"/>
                      <a:pt x="162847" y="19089"/>
                    </a:cubicBezTo>
                    <a:cubicBezTo>
                      <a:pt x="175456" y="31815"/>
                      <a:pt x="181701" y="50551"/>
                      <a:pt x="181701" y="75414"/>
                    </a:cubicBezTo>
                    <a:lnTo>
                      <a:pt x="181701" y="190539"/>
                    </a:lnTo>
                    <a:lnTo>
                      <a:pt x="124669" y="190539"/>
                    </a:lnTo>
                    <a:lnTo>
                      <a:pt x="124669" y="83309"/>
                    </a:lnTo>
                    <a:cubicBezTo>
                      <a:pt x="124669" y="72940"/>
                      <a:pt x="122077" y="64809"/>
                      <a:pt x="116892" y="58682"/>
                    </a:cubicBezTo>
                    <a:cubicBezTo>
                      <a:pt x="111707" y="52672"/>
                      <a:pt x="104519" y="49609"/>
                      <a:pt x="95210" y="49609"/>
                    </a:cubicBezTo>
                    <a:cubicBezTo>
                      <a:pt x="88847" y="49609"/>
                      <a:pt x="83309" y="50787"/>
                      <a:pt x="78596" y="53026"/>
                    </a:cubicBezTo>
                    <a:cubicBezTo>
                      <a:pt x="73882" y="55265"/>
                      <a:pt x="69876" y="58211"/>
                      <a:pt x="66694" y="61981"/>
                    </a:cubicBezTo>
                    <a:cubicBezTo>
                      <a:pt x="63513" y="65752"/>
                      <a:pt x="61156" y="69994"/>
                      <a:pt x="59506" y="74825"/>
                    </a:cubicBezTo>
                    <a:cubicBezTo>
                      <a:pt x="57857" y="79657"/>
                      <a:pt x="57032" y="84959"/>
                      <a:pt x="57032" y="90497"/>
                    </a:cubicBezTo>
                    <a:lnTo>
                      <a:pt x="57032" y="190539"/>
                    </a:lnTo>
                    <a:lnTo>
                      <a:pt x="0" y="1905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43" name="Forma libre: forma 11">
                <a:extLst>
                  <a:ext uri="{FF2B5EF4-FFF2-40B4-BE49-F238E27FC236}">
                    <a16:creationId xmlns:a16="http://schemas.microsoft.com/office/drawing/2014/main" id="{2D427777-293E-235A-53A4-0E6519AAF5D5}"/>
                  </a:ext>
                </a:extLst>
              </p:cNvPr>
              <p:cNvSpPr/>
              <p:nvPr/>
            </p:nvSpPr>
            <p:spPr>
              <a:xfrm>
                <a:off x="3303224" y="11119116"/>
                <a:ext cx="187592" cy="264893"/>
              </a:xfrm>
              <a:custGeom>
                <a:avLst/>
                <a:gdLst>
                  <a:gd name="connsiteX0" fmla="*/ 0 w 187592"/>
                  <a:gd name="connsiteY0" fmla="*/ 264893 h 264893"/>
                  <a:gd name="connsiteX1" fmla="*/ 0 w 187592"/>
                  <a:gd name="connsiteY1" fmla="*/ 0 h 264893"/>
                  <a:gd name="connsiteX2" fmla="*/ 56914 w 187592"/>
                  <a:gd name="connsiteY2" fmla="*/ 0 h 264893"/>
                  <a:gd name="connsiteX3" fmla="*/ 56914 w 187592"/>
                  <a:gd name="connsiteY3" fmla="*/ 137514 h 264893"/>
                  <a:gd name="connsiteX4" fmla="*/ 113711 w 187592"/>
                  <a:gd name="connsiteY4" fmla="*/ 78596 h 264893"/>
                  <a:gd name="connsiteX5" fmla="*/ 178520 w 187592"/>
                  <a:gd name="connsiteY5" fmla="*/ 78596 h 264893"/>
                  <a:gd name="connsiteX6" fmla="*/ 111825 w 187592"/>
                  <a:gd name="connsiteY6" fmla="*/ 147412 h 264893"/>
                  <a:gd name="connsiteX7" fmla="*/ 187593 w 187592"/>
                  <a:gd name="connsiteY7" fmla="*/ 264893 h 264893"/>
                  <a:gd name="connsiteX8" fmla="*/ 121370 w 187592"/>
                  <a:gd name="connsiteY8" fmla="*/ 264893 h 264893"/>
                  <a:gd name="connsiteX9" fmla="*/ 73647 w 187592"/>
                  <a:gd name="connsiteY9" fmla="*/ 186179 h 264893"/>
                  <a:gd name="connsiteX10" fmla="*/ 56914 w 187592"/>
                  <a:gd name="connsiteY10" fmla="*/ 203383 h 264893"/>
                  <a:gd name="connsiteX11" fmla="*/ 56914 w 187592"/>
                  <a:gd name="connsiteY11" fmla="*/ 264893 h 264893"/>
                  <a:gd name="connsiteX12" fmla="*/ 0 w 187592"/>
                  <a:gd name="connsiteY12" fmla="*/ 264893 h 26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7592" h="264893">
                    <a:moveTo>
                      <a:pt x="0" y="264893"/>
                    </a:moveTo>
                    <a:lnTo>
                      <a:pt x="0" y="0"/>
                    </a:lnTo>
                    <a:lnTo>
                      <a:pt x="56914" y="0"/>
                    </a:lnTo>
                    <a:lnTo>
                      <a:pt x="56914" y="137514"/>
                    </a:lnTo>
                    <a:lnTo>
                      <a:pt x="113711" y="78596"/>
                    </a:lnTo>
                    <a:lnTo>
                      <a:pt x="178520" y="78596"/>
                    </a:lnTo>
                    <a:lnTo>
                      <a:pt x="111825" y="147412"/>
                    </a:lnTo>
                    <a:lnTo>
                      <a:pt x="187593" y="264893"/>
                    </a:lnTo>
                    <a:lnTo>
                      <a:pt x="121370" y="264893"/>
                    </a:lnTo>
                    <a:lnTo>
                      <a:pt x="73647" y="186179"/>
                    </a:lnTo>
                    <a:lnTo>
                      <a:pt x="56914" y="203383"/>
                    </a:lnTo>
                    <a:lnTo>
                      <a:pt x="56914" y="264893"/>
                    </a:lnTo>
                    <a:lnTo>
                      <a:pt x="0" y="26489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44" name="Forma libre: forma 12">
                <a:extLst>
                  <a:ext uri="{FF2B5EF4-FFF2-40B4-BE49-F238E27FC236}">
                    <a16:creationId xmlns:a16="http://schemas.microsoft.com/office/drawing/2014/main" id="{95C684CC-EE0B-B61C-3C83-C9D76EB4CC4E}"/>
                  </a:ext>
                </a:extLst>
              </p:cNvPr>
              <p:cNvSpPr/>
              <p:nvPr/>
            </p:nvSpPr>
            <p:spPr>
              <a:xfrm>
                <a:off x="1032196" y="10856933"/>
                <a:ext cx="132210" cy="528843"/>
              </a:xfrm>
              <a:custGeom>
                <a:avLst/>
                <a:gdLst>
                  <a:gd name="connsiteX0" fmla="*/ 0 w 132210"/>
                  <a:gd name="connsiteY0" fmla="*/ 0 h 528843"/>
                  <a:gd name="connsiteX1" fmla="*/ 132211 w 132210"/>
                  <a:gd name="connsiteY1" fmla="*/ 0 h 528843"/>
                  <a:gd name="connsiteX2" fmla="*/ 132211 w 132210"/>
                  <a:gd name="connsiteY2" fmla="*/ 528844 h 528843"/>
                  <a:gd name="connsiteX3" fmla="*/ 0 w 132210"/>
                  <a:gd name="connsiteY3" fmla="*/ 528844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10" h="528843">
                    <a:moveTo>
                      <a:pt x="0" y="0"/>
                    </a:moveTo>
                    <a:lnTo>
                      <a:pt x="132211" y="0"/>
                    </a:lnTo>
                    <a:lnTo>
                      <a:pt x="132211" y="528844"/>
                    </a:lnTo>
                    <a:lnTo>
                      <a:pt x="0" y="52884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45" name="Forma libre: forma 13">
                <a:extLst>
                  <a:ext uri="{FF2B5EF4-FFF2-40B4-BE49-F238E27FC236}">
                    <a16:creationId xmlns:a16="http://schemas.microsoft.com/office/drawing/2014/main" id="{621A9C6C-7D84-AFC4-1292-CCFBF80A0CF6}"/>
                  </a:ext>
                </a:extLst>
              </p:cNvPr>
              <p:cNvSpPr/>
              <p:nvPr/>
            </p:nvSpPr>
            <p:spPr>
              <a:xfrm>
                <a:off x="1762535" y="10856933"/>
                <a:ext cx="132210" cy="528843"/>
              </a:xfrm>
              <a:custGeom>
                <a:avLst/>
                <a:gdLst>
                  <a:gd name="connsiteX0" fmla="*/ 0 w 132210"/>
                  <a:gd name="connsiteY0" fmla="*/ 0 h 528843"/>
                  <a:gd name="connsiteX1" fmla="*/ 132211 w 132210"/>
                  <a:gd name="connsiteY1" fmla="*/ 0 h 528843"/>
                  <a:gd name="connsiteX2" fmla="*/ 132211 w 132210"/>
                  <a:gd name="connsiteY2" fmla="*/ 528844 h 528843"/>
                  <a:gd name="connsiteX3" fmla="*/ 0 w 132210"/>
                  <a:gd name="connsiteY3" fmla="*/ 528844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10" h="528843">
                    <a:moveTo>
                      <a:pt x="0" y="0"/>
                    </a:moveTo>
                    <a:lnTo>
                      <a:pt x="132211" y="0"/>
                    </a:lnTo>
                    <a:lnTo>
                      <a:pt x="132211" y="528844"/>
                    </a:lnTo>
                    <a:lnTo>
                      <a:pt x="0" y="52884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  <p:sp>
            <p:nvSpPr>
              <p:cNvPr id="46" name="Forma libre: forma 14">
                <a:extLst>
                  <a:ext uri="{FF2B5EF4-FFF2-40B4-BE49-F238E27FC236}">
                    <a16:creationId xmlns:a16="http://schemas.microsoft.com/office/drawing/2014/main" id="{38AA2F52-6178-BA86-4CCF-F76EF9D0F763}"/>
                  </a:ext>
                </a:extLst>
              </p:cNvPr>
              <p:cNvSpPr/>
              <p:nvPr/>
            </p:nvSpPr>
            <p:spPr>
              <a:xfrm>
                <a:off x="1283655" y="10856933"/>
                <a:ext cx="362223" cy="528843"/>
              </a:xfrm>
              <a:custGeom>
                <a:avLst/>
                <a:gdLst>
                  <a:gd name="connsiteX0" fmla="*/ 143169 w 362223"/>
                  <a:gd name="connsiteY0" fmla="*/ 0 h 528843"/>
                  <a:gd name="connsiteX1" fmla="*/ 0 w 362223"/>
                  <a:gd name="connsiteY1" fmla="*/ 0 h 528843"/>
                  <a:gd name="connsiteX2" fmla="*/ 219055 w 362223"/>
                  <a:gd name="connsiteY2" fmla="*/ 528844 h 528843"/>
                  <a:gd name="connsiteX3" fmla="*/ 362224 w 362223"/>
                  <a:gd name="connsiteY3" fmla="*/ 528844 h 528843"/>
                  <a:gd name="connsiteX4" fmla="*/ 143169 w 362223"/>
                  <a:gd name="connsiteY4" fmla="*/ 0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2223" h="528843">
                    <a:moveTo>
                      <a:pt x="143169" y="0"/>
                    </a:moveTo>
                    <a:lnTo>
                      <a:pt x="0" y="0"/>
                    </a:lnTo>
                    <a:lnTo>
                      <a:pt x="219055" y="528844"/>
                    </a:lnTo>
                    <a:lnTo>
                      <a:pt x="362224" y="528844"/>
                    </a:lnTo>
                    <a:lnTo>
                      <a:pt x="1431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1800"/>
              </a:p>
            </p:txBody>
          </p:sp>
        </p:grpSp>
        <p:sp>
          <p:nvSpPr>
            <p:cNvPr id="36" name="Forma libre: forma 4">
              <a:extLst>
                <a:ext uri="{FF2B5EF4-FFF2-40B4-BE49-F238E27FC236}">
                  <a16:creationId xmlns:a16="http://schemas.microsoft.com/office/drawing/2014/main" id="{8AE7F953-CF85-B41B-8121-F7BB92502403}"/>
                </a:ext>
              </a:extLst>
            </p:cNvPr>
            <p:cNvSpPr/>
            <p:nvPr/>
          </p:nvSpPr>
          <p:spPr>
            <a:xfrm>
              <a:off x="3508020" y="11198183"/>
              <a:ext cx="57974" cy="58564"/>
            </a:xfrm>
            <a:custGeom>
              <a:avLst/>
              <a:gdLst>
                <a:gd name="connsiteX0" fmla="*/ 28987 w 57974"/>
                <a:gd name="connsiteY0" fmla="*/ 58564 h 58564"/>
                <a:gd name="connsiteX1" fmla="*/ 17557 w 57974"/>
                <a:gd name="connsiteY1" fmla="*/ 56325 h 58564"/>
                <a:gd name="connsiteX2" fmla="*/ 8366 w 57974"/>
                <a:gd name="connsiteY2" fmla="*/ 50080 h 58564"/>
                <a:gd name="connsiteX3" fmla="*/ 2239 w 57974"/>
                <a:gd name="connsiteY3" fmla="*/ 40771 h 58564"/>
                <a:gd name="connsiteX4" fmla="*/ 0 w 57974"/>
                <a:gd name="connsiteY4" fmla="*/ 29341 h 58564"/>
                <a:gd name="connsiteX5" fmla="*/ 2239 w 57974"/>
                <a:gd name="connsiteY5" fmla="*/ 17911 h 58564"/>
                <a:gd name="connsiteX6" fmla="*/ 8366 w 57974"/>
                <a:gd name="connsiteY6" fmla="*/ 8602 h 58564"/>
                <a:gd name="connsiteX7" fmla="*/ 17557 w 57974"/>
                <a:gd name="connsiteY7" fmla="*/ 2357 h 58564"/>
                <a:gd name="connsiteX8" fmla="*/ 28987 w 57974"/>
                <a:gd name="connsiteY8" fmla="*/ 0 h 58564"/>
                <a:gd name="connsiteX9" fmla="*/ 40417 w 57974"/>
                <a:gd name="connsiteY9" fmla="*/ 2357 h 58564"/>
                <a:gd name="connsiteX10" fmla="*/ 49608 w 57974"/>
                <a:gd name="connsiteY10" fmla="*/ 8602 h 58564"/>
                <a:gd name="connsiteX11" fmla="*/ 55736 w 57974"/>
                <a:gd name="connsiteY11" fmla="*/ 17911 h 58564"/>
                <a:gd name="connsiteX12" fmla="*/ 57975 w 57974"/>
                <a:gd name="connsiteY12" fmla="*/ 29341 h 58564"/>
                <a:gd name="connsiteX13" fmla="*/ 55736 w 57974"/>
                <a:gd name="connsiteY13" fmla="*/ 40771 h 58564"/>
                <a:gd name="connsiteX14" fmla="*/ 49491 w 57974"/>
                <a:gd name="connsiteY14" fmla="*/ 50080 h 58564"/>
                <a:gd name="connsiteX15" fmla="*/ 40299 w 57974"/>
                <a:gd name="connsiteY15" fmla="*/ 56325 h 58564"/>
                <a:gd name="connsiteX16" fmla="*/ 28869 w 57974"/>
                <a:gd name="connsiteY16" fmla="*/ 58564 h 58564"/>
                <a:gd name="connsiteX17" fmla="*/ 28987 w 57974"/>
                <a:gd name="connsiteY17" fmla="*/ 51612 h 58564"/>
                <a:gd name="connsiteX18" fmla="*/ 37589 w 57974"/>
                <a:gd name="connsiteY18" fmla="*/ 49844 h 58564"/>
                <a:gd name="connsiteX19" fmla="*/ 44424 w 57974"/>
                <a:gd name="connsiteY19" fmla="*/ 45131 h 58564"/>
                <a:gd name="connsiteX20" fmla="*/ 48901 w 57974"/>
                <a:gd name="connsiteY20" fmla="*/ 38061 h 58564"/>
                <a:gd name="connsiteX21" fmla="*/ 50551 w 57974"/>
                <a:gd name="connsiteY21" fmla="*/ 29223 h 58564"/>
                <a:gd name="connsiteX22" fmla="*/ 48901 w 57974"/>
                <a:gd name="connsiteY22" fmla="*/ 20385 h 58564"/>
                <a:gd name="connsiteX23" fmla="*/ 44424 w 57974"/>
                <a:gd name="connsiteY23" fmla="*/ 13315 h 58564"/>
                <a:gd name="connsiteX24" fmla="*/ 37589 w 57974"/>
                <a:gd name="connsiteY24" fmla="*/ 8602 h 58564"/>
                <a:gd name="connsiteX25" fmla="*/ 29105 w 57974"/>
                <a:gd name="connsiteY25" fmla="*/ 6834 h 58564"/>
                <a:gd name="connsiteX26" fmla="*/ 20503 w 57974"/>
                <a:gd name="connsiteY26" fmla="*/ 8602 h 58564"/>
                <a:gd name="connsiteX27" fmla="*/ 13669 w 57974"/>
                <a:gd name="connsiteY27" fmla="*/ 13315 h 58564"/>
                <a:gd name="connsiteX28" fmla="*/ 9073 w 57974"/>
                <a:gd name="connsiteY28" fmla="*/ 20385 h 58564"/>
                <a:gd name="connsiteX29" fmla="*/ 7424 w 57974"/>
                <a:gd name="connsiteY29" fmla="*/ 29223 h 58564"/>
                <a:gd name="connsiteX30" fmla="*/ 9073 w 57974"/>
                <a:gd name="connsiteY30" fmla="*/ 38061 h 58564"/>
                <a:gd name="connsiteX31" fmla="*/ 13551 w 57974"/>
                <a:gd name="connsiteY31" fmla="*/ 45131 h 58564"/>
                <a:gd name="connsiteX32" fmla="*/ 20385 w 57974"/>
                <a:gd name="connsiteY32" fmla="*/ 49844 h 58564"/>
                <a:gd name="connsiteX33" fmla="*/ 28987 w 57974"/>
                <a:gd name="connsiteY33" fmla="*/ 51612 h 58564"/>
                <a:gd name="connsiteX34" fmla="*/ 18029 w 57974"/>
                <a:gd name="connsiteY34" fmla="*/ 14494 h 58564"/>
                <a:gd name="connsiteX35" fmla="*/ 30166 w 57974"/>
                <a:gd name="connsiteY35" fmla="*/ 14494 h 58564"/>
                <a:gd name="connsiteX36" fmla="*/ 35115 w 57974"/>
                <a:gd name="connsiteY36" fmla="*/ 15319 h 58564"/>
                <a:gd name="connsiteX37" fmla="*/ 38414 w 57974"/>
                <a:gd name="connsiteY37" fmla="*/ 17440 h 58564"/>
                <a:gd name="connsiteX38" fmla="*/ 40299 w 57974"/>
                <a:gd name="connsiteY38" fmla="*/ 20268 h 58564"/>
                <a:gd name="connsiteX39" fmla="*/ 40889 w 57974"/>
                <a:gd name="connsiteY39" fmla="*/ 23214 h 58564"/>
                <a:gd name="connsiteX40" fmla="*/ 39592 w 57974"/>
                <a:gd name="connsiteY40" fmla="*/ 27927 h 58564"/>
                <a:gd name="connsiteX41" fmla="*/ 35586 w 57974"/>
                <a:gd name="connsiteY41" fmla="*/ 31462 h 58564"/>
                <a:gd name="connsiteX42" fmla="*/ 42538 w 57974"/>
                <a:gd name="connsiteY42" fmla="*/ 43481 h 58564"/>
                <a:gd name="connsiteX43" fmla="*/ 34879 w 57974"/>
                <a:gd name="connsiteY43" fmla="*/ 43481 h 58564"/>
                <a:gd name="connsiteX44" fmla="*/ 28634 w 57974"/>
                <a:gd name="connsiteY44" fmla="*/ 32522 h 58564"/>
                <a:gd name="connsiteX45" fmla="*/ 24981 w 57974"/>
                <a:gd name="connsiteY45" fmla="*/ 32522 h 58564"/>
                <a:gd name="connsiteX46" fmla="*/ 24981 w 57974"/>
                <a:gd name="connsiteY46" fmla="*/ 43481 h 58564"/>
                <a:gd name="connsiteX47" fmla="*/ 18029 w 57974"/>
                <a:gd name="connsiteY47" fmla="*/ 43481 h 58564"/>
                <a:gd name="connsiteX48" fmla="*/ 18029 w 57974"/>
                <a:gd name="connsiteY48" fmla="*/ 14494 h 58564"/>
                <a:gd name="connsiteX49" fmla="*/ 18029 w 57974"/>
                <a:gd name="connsiteY49" fmla="*/ 14494 h 58564"/>
                <a:gd name="connsiteX50" fmla="*/ 29930 w 57974"/>
                <a:gd name="connsiteY50" fmla="*/ 27102 h 58564"/>
                <a:gd name="connsiteX51" fmla="*/ 33112 w 57974"/>
                <a:gd name="connsiteY51" fmla="*/ 26159 h 58564"/>
                <a:gd name="connsiteX52" fmla="*/ 33936 w 57974"/>
                <a:gd name="connsiteY52" fmla="*/ 23803 h 58564"/>
                <a:gd name="connsiteX53" fmla="*/ 32994 w 57974"/>
                <a:gd name="connsiteY53" fmla="*/ 21210 h 58564"/>
                <a:gd name="connsiteX54" fmla="*/ 29930 w 57974"/>
                <a:gd name="connsiteY54" fmla="*/ 20268 h 58564"/>
                <a:gd name="connsiteX55" fmla="*/ 24981 w 57974"/>
                <a:gd name="connsiteY55" fmla="*/ 20268 h 58564"/>
                <a:gd name="connsiteX56" fmla="*/ 24981 w 57974"/>
                <a:gd name="connsiteY56" fmla="*/ 27102 h 58564"/>
                <a:gd name="connsiteX57" fmla="*/ 29930 w 57974"/>
                <a:gd name="connsiteY57" fmla="*/ 27102 h 5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7974" h="58564">
                  <a:moveTo>
                    <a:pt x="28987" y="58564"/>
                  </a:moveTo>
                  <a:cubicBezTo>
                    <a:pt x="24863" y="58564"/>
                    <a:pt x="21092" y="57857"/>
                    <a:pt x="17557" y="56325"/>
                  </a:cubicBezTo>
                  <a:cubicBezTo>
                    <a:pt x="14022" y="54793"/>
                    <a:pt x="10959" y="52790"/>
                    <a:pt x="8366" y="50080"/>
                  </a:cubicBezTo>
                  <a:cubicBezTo>
                    <a:pt x="5774" y="47370"/>
                    <a:pt x="3771" y="44306"/>
                    <a:pt x="2239" y="40771"/>
                  </a:cubicBezTo>
                  <a:cubicBezTo>
                    <a:pt x="707" y="37236"/>
                    <a:pt x="0" y="33465"/>
                    <a:pt x="0" y="29341"/>
                  </a:cubicBezTo>
                  <a:cubicBezTo>
                    <a:pt x="0" y="25217"/>
                    <a:pt x="707" y="21446"/>
                    <a:pt x="2239" y="17911"/>
                  </a:cubicBezTo>
                  <a:cubicBezTo>
                    <a:pt x="3771" y="14376"/>
                    <a:pt x="5774" y="11312"/>
                    <a:pt x="8366" y="8602"/>
                  </a:cubicBezTo>
                  <a:cubicBezTo>
                    <a:pt x="10959" y="6010"/>
                    <a:pt x="14022" y="3889"/>
                    <a:pt x="17557" y="2357"/>
                  </a:cubicBezTo>
                  <a:cubicBezTo>
                    <a:pt x="21092" y="825"/>
                    <a:pt x="24863" y="0"/>
                    <a:pt x="28987" y="0"/>
                  </a:cubicBezTo>
                  <a:cubicBezTo>
                    <a:pt x="33112" y="0"/>
                    <a:pt x="36882" y="825"/>
                    <a:pt x="40417" y="2357"/>
                  </a:cubicBezTo>
                  <a:cubicBezTo>
                    <a:pt x="43952" y="3889"/>
                    <a:pt x="47016" y="6010"/>
                    <a:pt x="49608" y="8602"/>
                  </a:cubicBezTo>
                  <a:cubicBezTo>
                    <a:pt x="52201" y="11194"/>
                    <a:pt x="54204" y="14258"/>
                    <a:pt x="55736" y="17911"/>
                  </a:cubicBezTo>
                  <a:cubicBezTo>
                    <a:pt x="57268" y="21446"/>
                    <a:pt x="57975" y="25217"/>
                    <a:pt x="57975" y="29341"/>
                  </a:cubicBezTo>
                  <a:cubicBezTo>
                    <a:pt x="57975" y="33465"/>
                    <a:pt x="57268" y="37236"/>
                    <a:pt x="55736" y="40771"/>
                  </a:cubicBezTo>
                  <a:cubicBezTo>
                    <a:pt x="54204" y="44306"/>
                    <a:pt x="52201" y="47370"/>
                    <a:pt x="49491" y="50080"/>
                  </a:cubicBezTo>
                  <a:cubicBezTo>
                    <a:pt x="46780" y="52790"/>
                    <a:pt x="43835" y="54793"/>
                    <a:pt x="40299" y="56325"/>
                  </a:cubicBezTo>
                  <a:cubicBezTo>
                    <a:pt x="36764" y="57857"/>
                    <a:pt x="32994" y="58564"/>
                    <a:pt x="28869" y="58564"/>
                  </a:cubicBezTo>
                  <a:close/>
                  <a:moveTo>
                    <a:pt x="28987" y="51612"/>
                  </a:moveTo>
                  <a:cubicBezTo>
                    <a:pt x="32051" y="51612"/>
                    <a:pt x="34879" y="51023"/>
                    <a:pt x="37589" y="49844"/>
                  </a:cubicBezTo>
                  <a:cubicBezTo>
                    <a:pt x="40182" y="48666"/>
                    <a:pt x="42538" y="47134"/>
                    <a:pt x="44424" y="45131"/>
                  </a:cubicBezTo>
                  <a:cubicBezTo>
                    <a:pt x="46309" y="43128"/>
                    <a:pt x="47841" y="40771"/>
                    <a:pt x="48901" y="38061"/>
                  </a:cubicBezTo>
                  <a:cubicBezTo>
                    <a:pt x="49962" y="35351"/>
                    <a:pt x="50551" y="32405"/>
                    <a:pt x="50551" y="29223"/>
                  </a:cubicBezTo>
                  <a:cubicBezTo>
                    <a:pt x="50551" y="26042"/>
                    <a:pt x="49962" y="23214"/>
                    <a:pt x="48901" y="20385"/>
                  </a:cubicBezTo>
                  <a:cubicBezTo>
                    <a:pt x="47841" y="17557"/>
                    <a:pt x="46309" y="15319"/>
                    <a:pt x="44424" y="13315"/>
                  </a:cubicBezTo>
                  <a:cubicBezTo>
                    <a:pt x="42538" y="11312"/>
                    <a:pt x="40182" y="9780"/>
                    <a:pt x="37589" y="8602"/>
                  </a:cubicBezTo>
                  <a:cubicBezTo>
                    <a:pt x="34997" y="7424"/>
                    <a:pt x="32169" y="6834"/>
                    <a:pt x="29105" y="6834"/>
                  </a:cubicBezTo>
                  <a:cubicBezTo>
                    <a:pt x="26042" y="6834"/>
                    <a:pt x="23213" y="7424"/>
                    <a:pt x="20503" y="8602"/>
                  </a:cubicBezTo>
                  <a:cubicBezTo>
                    <a:pt x="17793" y="9780"/>
                    <a:pt x="15554" y="11312"/>
                    <a:pt x="13669" y="13315"/>
                  </a:cubicBezTo>
                  <a:cubicBezTo>
                    <a:pt x="11783" y="15319"/>
                    <a:pt x="10252" y="17675"/>
                    <a:pt x="9073" y="20385"/>
                  </a:cubicBezTo>
                  <a:cubicBezTo>
                    <a:pt x="7895" y="23096"/>
                    <a:pt x="7424" y="26042"/>
                    <a:pt x="7424" y="29223"/>
                  </a:cubicBezTo>
                  <a:cubicBezTo>
                    <a:pt x="7424" y="32405"/>
                    <a:pt x="8013" y="35351"/>
                    <a:pt x="9073" y="38061"/>
                  </a:cubicBezTo>
                  <a:cubicBezTo>
                    <a:pt x="10134" y="40771"/>
                    <a:pt x="11666" y="43128"/>
                    <a:pt x="13551" y="45131"/>
                  </a:cubicBezTo>
                  <a:cubicBezTo>
                    <a:pt x="15436" y="47134"/>
                    <a:pt x="17793" y="48666"/>
                    <a:pt x="20385" y="49844"/>
                  </a:cubicBezTo>
                  <a:cubicBezTo>
                    <a:pt x="22978" y="51023"/>
                    <a:pt x="25806" y="51612"/>
                    <a:pt x="28987" y="51612"/>
                  </a:cubicBezTo>
                  <a:close/>
                  <a:moveTo>
                    <a:pt x="18029" y="14494"/>
                  </a:moveTo>
                  <a:lnTo>
                    <a:pt x="30166" y="14494"/>
                  </a:lnTo>
                  <a:cubicBezTo>
                    <a:pt x="32169" y="14494"/>
                    <a:pt x="33819" y="14729"/>
                    <a:pt x="35115" y="15319"/>
                  </a:cubicBezTo>
                  <a:cubicBezTo>
                    <a:pt x="36411" y="15908"/>
                    <a:pt x="37589" y="16615"/>
                    <a:pt x="38414" y="17440"/>
                  </a:cubicBezTo>
                  <a:cubicBezTo>
                    <a:pt x="39239" y="18264"/>
                    <a:pt x="39946" y="19207"/>
                    <a:pt x="40299" y="20268"/>
                  </a:cubicBezTo>
                  <a:cubicBezTo>
                    <a:pt x="40653" y="21328"/>
                    <a:pt x="40889" y="22271"/>
                    <a:pt x="40889" y="23214"/>
                  </a:cubicBezTo>
                  <a:cubicBezTo>
                    <a:pt x="40889" y="24863"/>
                    <a:pt x="40417" y="26513"/>
                    <a:pt x="39592" y="27927"/>
                  </a:cubicBezTo>
                  <a:cubicBezTo>
                    <a:pt x="38768" y="29341"/>
                    <a:pt x="37354" y="30519"/>
                    <a:pt x="35586" y="31462"/>
                  </a:cubicBezTo>
                  <a:lnTo>
                    <a:pt x="42538" y="43481"/>
                  </a:lnTo>
                  <a:lnTo>
                    <a:pt x="34879" y="43481"/>
                  </a:lnTo>
                  <a:lnTo>
                    <a:pt x="28634" y="32522"/>
                  </a:lnTo>
                  <a:lnTo>
                    <a:pt x="24981" y="32522"/>
                  </a:lnTo>
                  <a:lnTo>
                    <a:pt x="24981" y="43481"/>
                  </a:lnTo>
                  <a:lnTo>
                    <a:pt x="18029" y="43481"/>
                  </a:lnTo>
                  <a:lnTo>
                    <a:pt x="18029" y="14494"/>
                  </a:lnTo>
                  <a:lnTo>
                    <a:pt x="18029" y="14494"/>
                  </a:lnTo>
                  <a:close/>
                  <a:moveTo>
                    <a:pt x="29930" y="27102"/>
                  </a:moveTo>
                  <a:cubicBezTo>
                    <a:pt x="31462" y="27102"/>
                    <a:pt x="32522" y="26749"/>
                    <a:pt x="33112" y="26159"/>
                  </a:cubicBezTo>
                  <a:cubicBezTo>
                    <a:pt x="33701" y="25570"/>
                    <a:pt x="33936" y="24745"/>
                    <a:pt x="33936" y="23803"/>
                  </a:cubicBezTo>
                  <a:cubicBezTo>
                    <a:pt x="33936" y="22624"/>
                    <a:pt x="33701" y="21800"/>
                    <a:pt x="32994" y="21210"/>
                  </a:cubicBezTo>
                  <a:cubicBezTo>
                    <a:pt x="32405" y="20621"/>
                    <a:pt x="31344" y="20268"/>
                    <a:pt x="29930" y="20268"/>
                  </a:cubicBezTo>
                  <a:lnTo>
                    <a:pt x="24981" y="20268"/>
                  </a:lnTo>
                  <a:lnTo>
                    <a:pt x="24981" y="27102"/>
                  </a:lnTo>
                  <a:lnTo>
                    <a:pt x="29930" y="2710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DO" sz="1800"/>
            </a:p>
          </p:txBody>
        </p:sp>
      </p:grpSp>
    </p:spTree>
    <p:extLst>
      <p:ext uri="{BB962C8B-B14F-4D97-AF65-F5344CB8AC3E}">
        <p14:creationId xmlns:p14="http://schemas.microsoft.com/office/powerpoint/2010/main" val="43821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36">
          <p15:clr>
            <a:srgbClr val="FBAE40"/>
          </p15:clr>
        </p15:guide>
        <p15:guide id="2" pos="68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áfico 4">
            <a:extLst>
              <a:ext uri="{FF2B5EF4-FFF2-40B4-BE49-F238E27FC236}">
                <a16:creationId xmlns:a16="http://schemas.microsoft.com/office/drawing/2014/main" id="{37597139-4EF8-A1D4-D405-1C91A2D74959}"/>
              </a:ext>
            </a:extLst>
          </p:cNvPr>
          <p:cNvGrpSpPr/>
          <p:nvPr userDrawn="1"/>
        </p:nvGrpSpPr>
        <p:grpSpPr>
          <a:xfrm>
            <a:off x="2901876" y="10977925"/>
            <a:ext cx="5095577" cy="452676"/>
            <a:chOff x="1032196" y="10856933"/>
            <a:chExt cx="2533799" cy="533557"/>
          </a:xfrm>
          <a:solidFill>
            <a:srgbClr val="FFFFFF"/>
          </a:solidFill>
        </p:grpSpPr>
        <p:grpSp>
          <p:nvGrpSpPr>
            <p:cNvPr id="8" name="Gráfico 4">
              <a:extLst>
                <a:ext uri="{FF2B5EF4-FFF2-40B4-BE49-F238E27FC236}">
                  <a16:creationId xmlns:a16="http://schemas.microsoft.com/office/drawing/2014/main" id="{CF037534-EE73-1CA4-AC15-113E67B57438}"/>
                </a:ext>
              </a:extLst>
            </p:cNvPr>
            <p:cNvGrpSpPr/>
            <p:nvPr/>
          </p:nvGrpSpPr>
          <p:grpSpPr>
            <a:xfrm>
              <a:off x="1032196" y="10856933"/>
              <a:ext cx="2458620" cy="533557"/>
              <a:chOff x="1032196" y="10856933"/>
              <a:chExt cx="2458620" cy="533557"/>
            </a:xfrm>
            <a:solidFill>
              <a:srgbClr val="FFFFFF"/>
            </a:solidFill>
          </p:grpSpPr>
          <p:sp>
            <p:nvSpPr>
              <p:cNvPr id="10" name="Forma libre: forma 9">
                <a:extLst>
                  <a:ext uri="{FF2B5EF4-FFF2-40B4-BE49-F238E27FC236}">
                    <a16:creationId xmlns:a16="http://schemas.microsoft.com/office/drawing/2014/main" id="{6C5B3FCB-290A-DEC7-30F8-F866D0D0BD74}"/>
                  </a:ext>
                </a:extLst>
              </p:cNvPr>
              <p:cNvSpPr/>
              <p:nvPr/>
            </p:nvSpPr>
            <p:spPr>
              <a:xfrm>
                <a:off x="2089644" y="11119116"/>
                <a:ext cx="231073" cy="264893"/>
              </a:xfrm>
              <a:custGeom>
                <a:avLst/>
                <a:gdLst>
                  <a:gd name="connsiteX0" fmla="*/ 0 w 231073"/>
                  <a:gd name="connsiteY0" fmla="*/ 264893 h 264893"/>
                  <a:gd name="connsiteX1" fmla="*/ 0 w 231073"/>
                  <a:gd name="connsiteY1" fmla="*/ 0 h 264893"/>
                  <a:gd name="connsiteX2" fmla="*/ 57150 w 231073"/>
                  <a:gd name="connsiteY2" fmla="*/ 0 h 264893"/>
                  <a:gd name="connsiteX3" fmla="*/ 171921 w 231073"/>
                  <a:gd name="connsiteY3" fmla="*/ 172039 h 264893"/>
                  <a:gd name="connsiteX4" fmla="*/ 171921 w 231073"/>
                  <a:gd name="connsiteY4" fmla="*/ 0 h 264893"/>
                  <a:gd name="connsiteX5" fmla="*/ 231074 w 231073"/>
                  <a:gd name="connsiteY5" fmla="*/ 0 h 264893"/>
                  <a:gd name="connsiteX6" fmla="*/ 231074 w 231073"/>
                  <a:gd name="connsiteY6" fmla="*/ 264893 h 264893"/>
                  <a:gd name="connsiteX7" fmla="*/ 176634 w 231073"/>
                  <a:gd name="connsiteY7" fmla="*/ 264893 h 264893"/>
                  <a:gd name="connsiteX8" fmla="*/ 59153 w 231073"/>
                  <a:gd name="connsiteY8" fmla="*/ 89790 h 264893"/>
                  <a:gd name="connsiteX9" fmla="*/ 59153 w 231073"/>
                  <a:gd name="connsiteY9" fmla="*/ 264893 h 264893"/>
                  <a:gd name="connsiteX10" fmla="*/ 0 w 231073"/>
                  <a:gd name="connsiteY10" fmla="*/ 264893 h 26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1073" h="264893">
                    <a:moveTo>
                      <a:pt x="0" y="264893"/>
                    </a:moveTo>
                    <a:lnTo>
                      <a:pt x="0" y="0"/>
                    </a:lnTo>
                    <a:lnTo>
                      <a:pt x="57150" y="0"/>
                    </a:lnTo>
                    <a:lnTo>
                      <a:pt x="171921" y="172039"/>
                    </a:lnTo>
                    <a:lnTo>
                      <a:pt x="171921" y="0"/>
                    </a:lnTo>
                    <a:lnTo>
                      <a:pt x="231074" y="0"/>
                    </a:lnTo>
                    <a:lnTo>
                      <a:pt x="231074" y="264893"/>
                    </a:lnTo>
                    <a:lnTo>
                      <a:pt x="176634" y="264893"/>
                    </a:lnTo>
                    <a:lnTo>
                      <a:pt x="59153" y="89790"/>
                    </a:lnTo>
                    <a:lnTo>
                      <a:pt x="59153" y="264893"/>
                    </a:lnTo>
                    <a:lnTo>
                      <a:pt x="0" y="26489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1" name="Forma libre: forma 10">
                <a:extLst>
                  <a:ext uri="{FF2B5EF4-FFF2-40B4-BE49-F238E27FC236}">
                    <a16:creationId xmlns:a16="http://schemas.microsoft.com/office/drawing/2014/main" id="{E1626C77-8697-0F0F-BB19-F43CE1FA242B}"/>
                  </a:ext>
                </a:extLst>
              </p:cNvPr>
              <p:cNvSpPr/>
              <p:nvPr/>
            </p:nvSpPr>
            <p:spPr>
              <a:xfrm>
                <a:off x="2359250" y="11191466"/>
                <a:ext cx="188064" cy="199023"/>
              </a:xfrm>
              <a:custGeom>
                <a:avLst/>
                <a:gdLst>
                  <a:gd name="connsiteX0" fmla="*/ 0 w 188064"/>
                  <a:gd name="connsiteY0" fmla="*/ 98864 h 199023"/>
                  <a:gd name="connsiteX1" fmla="*/ 6481 w 188064"/>
                  <a:gd name="connsiteY1" fmla="*/ 61392 h 199023"/>
                  <a:gd name="connsiteX2" fmla="*/ 25334 w 188064"/>
                  <a:gd name="connsiteY2" fmla="*/ 29812 h 199023"/>
                  <a:gd name="connsiteX3" fmla="*/ 55500 w 188064"/>
                  <a:gd name="connsiteY3" fmla="*/ 8131 h 199023"/>
                  <a:gd name="connsiteX4" fmla="*/ 96035 w 188064"/>
                  <a:gd name="connsiteY4" fmla="*/ 0 h 199023"/>
                  <a:gd name="connsiteX5" fmla="*/ 135746 w 188064"/>
                  <a:gd name="connsiteY5" fmla="*/ 7895 h 199023"/>
                  <a:gd name="connsiteX6" fmla="*/ 164497 w 188064"/>
                  <a:gd name="connsiteY6" fmla="*/ 29930 h 199023"/>
                  <a:gd name="connsiteX7" fmla="*/ 182172 w 188064"/>
                  <a:gd name="connsiteY7" fmla="*/ 63631 h 199023"/>
                  <a:gd name="connsiteX8" fmla="*/ 188064 w 188064"/>
                  <a:gd name="connsiteY8" fmla="*/ 106759 h 199023"/>
                  <a:gd name="connsiteX9" fmla="*/ 188064 w 188064"/>
                  <a:gd name="connsiteY9" fmla="*/ 116303 h 199023"/>
                  <a:gd name="connsiteX10" fmla="*/ 55264 w 188064"/>
                  <a:gd name="connsiteY10" fmla="*/ 116303 h 199023"/>
                  <a:gd name="connsiteX11" fmla="*/ 68580 w 188064"/>
                  <a:gd name="connsiteY11" fmla="*/ 142698 h 199023"/>
                  <a:gd name="connsiteX12" fmla="*/ 104166 w 188064"/>
                  <a:gd name="connsiteY12" fmla="*/ 153893 h 199023"/>
                  <a:gd name="connsiteX13" fmla="*/ 140341 w 188064"/>
                  <a:gd name="connsiteY13" fmla="*/ 147412 h 199023"/>
                  <a:gd name="connsiteX14" fmla="*/ 160609 w 188064"/>
                  <a:gd name="connsiteY14" fmla="*/ 136100 h 199023"/>
                  <a:gd name="connsiteX15" fmla="*/ 184058 w 188064"/>
                  <a:gd name="connsiteY15" fmla="*/ 172393 h 199023"/>
                  <a:gd name="connsiteX16" fmla="*/ 174513 w 188064"/>
                  <a:gd name="connsiteY16" fmla="*/ 178874 h 199023"/>
                  <a:gd name="connsiteX17" fmla="*/ 157898 w 188064"/>
                  <a:gd name="connsiteY17" fmla="*/ 187829 h 199023"/>
                  <a:gd name="connsiteX18" fmla="*/ 133860 w 188064"/>
                  <a:gd name="connsiteY18" fmla="*/ 195606 h 199023"/>
                  <a:gd name="connsiteX19" fmla="*/ 102163 w 188064"/>
                  <a:gd name="connsiteY19" fmla="*/ 199024 h 199023"/>
                  <a:gd name="connsiteX20" fmla="*/ 59271 w 188064"/>
                  <a:gd name="connsiteY20" fmla="*/ 191718 h 199023"/>
                  <a:gd name="connsiteX21" fmla="*/ 26984 w 188064"/>
                  <a:gd name="connsiteY21" fmla="*/ 171214 h 199023"/>
                  <a:gd name="connsiteX22" fmla="*/ 6952 w 188064"/>
                  <a:gd name="connsiteY22" fmla="*/ 139635 h 199023"/>
                  <a:gd name="connsiteX23" fmla="*/ 118 w 188064"/>
                  <a:gd name="connsiteY23" fmla="*/ 99099 h 199023"/>
                  <a:gd name="connsiteX24" fmla="*/ 55382 w 188064"/>
                  <a:gd name="connsiteY24" fmla="*/ 79892 h 199023"/>
                  <a:gd name="connsiteX25" fmla="*/ 134096 w 188064"/>
                  <a:gd name="connsiteY25" fmla="*/ 79892 h 199023"/>
                  <a:gd name="connsiteX26" fmla="*/ 131621 w 188064"/>
                  <a:gd name="connsiteY26" fmla="*/ 67637 h 199023"/>
                  <a:gd name="connsiteX27" fmla="*/ 124433 w 188064"/>
                  <a:gd name="connsiteY27" fmla="*/ 56325 h 199023"/>
                  <a:gd name="connsiteX28" fmla="*/ 112532 w 188064"/>
                  <a:gd name="connsiteY28" fmla="*/ 47723 h 199023"/>
                  <a:gd name="connsiteX29" fmla="*/ 95446 w 188064"/>
                  <a:gd name="connsiteY29" fmla="*/ 44306 h 199023"/>
                  <a:gd name="connsiteX30" fmla="*/ 78007 w 188064"/>
                  <a:gd name="connsiteY30" fmla="*/ 47723 h 199023"/>
                  <a:gd name="connsiteX31" fmla="*/ 65516 w 188064"/>
                  <a:gd name="connsiteY31" fmla="*/ 56325 h 199023"/>
                  <a:gd name="connsiteX32" fmla="*/ 57975 w 188064"/>
                  <a:gd name="connsiteY32" fmla="*/ 67755 h 199023"/>
                  <a:gd name="connsiteX33" fmla="*/ 55382 w 188064"/>
                  <a:gd name="connsiteY33" fmla="*/ 79892 h 199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88064" h="199023">
                    <a:moveTo>
                      <a:pt x="0" y="98864"/>
                    </a:moveTo>
                    <a:cubicBezTo>
                      <a:pt x="0" y="85902"/>
                      <a:pt x="2121" y="73411"/>
                      <a:pt x="6481" y="61392"/>
                    </a:cubicBezTo>
                    <a:cubicBezTo>
                      <a:pt x="10841" y="49373"/>
                      <a:pt x="17086" y="38768"/>
                      <a:pt x="25334" y="29812"/>
                    </a:cubicBezTo>
                    <a:cubicBezTo>
                      <a:pt x="33583" y="20857"/>
                      <a:pt x="43599" y="13551"/>
                      <a:pt x="55500" y="8131"/>
                    </a:cubicBezTo>
                    <a:cubicBezTo>
                      <a:pt x="67401" y="2710"/>
                      <a:pt x="80952" y="0"/>
                      <a:pt x="96035" y="0"/>
                    </a:cubicBezTo>
                    <a:cubicBezTo>
                      <a:pt x="111118" y="0"/>
                      <a:pt x="124433" y="2592"/>
                      <a:pt x="135746" y="7895"/>
                    </a:cubicBezTo>
                    <a:cubicBezTo>
                      <a:pt x="147176" y="13198"/>
                      <a:pt x="156720" y="20503"/>
                      <a:pt x="164497" y="29930"/>
                    </a:cubicBezTo>
                    <a:cubicBezTo>
                      <a:pt x="172274" y="39239"/>
                      <a:pt x="178166" y="50551"/>
                      <a:pt x="182172" y="63631"/>
                    </a:cubicBezTo>
                    <a:cubicBezTo>
                      <a:pt x="186061" y="76711"/>
                      <a:pt x="188064" y="91087"/>
                      <a:pt x="188064" y="106759"/>
                    </a:cubicBezTo>
                    <a:lnTo>
                      <a:pt x="188064" y="116303"/>
                    </a:lnTo>
                    <a:lnTo>
                      <a:pt x="55264" y="116303"/>
                    </a:lnTo>
                    <a:cubicBezTo>
                      <a:pt x="55500" y="126319"/>
                      <a:pt x="59978" y="135157"/>
                      <a:pt x="68580" y="142698"/>
                    </a:cubicBezTo>
                    <a:cubicBezTo>
                      <a:pt x="77182" y="150240"/>
                      <a:pt x="89083" y="153893"/>
                      <a:pt x="104166" y="153893"/>
                    </a:cubicBezTo>
                    <a:cubicBezTo>
                      <a:pt x="119249" y="153893"/>
                      <a:pt x="131032" y="151772"/>
                      <a:pt x="140341" y="147412"/>
                    </a:cubicBezTo>
                    <a:cubicBezTo>
                      <a:pt x="149650" y="143052"/>
                      <a:pt x="156367" y="139281"/>
                      <a:pt x="160609" y="136100"/>
                    </a:cubicBezTo>
                    <a:lnTo>
                      <a:pt x="184058" y="172393"/>
                    </a:lnTo>
                    <a:cubicBezTo>
                      <a:pt x="181937" y="173689"/>
                      <a:pt x="178873" y="175810"/>
                      <a:pt x="174513" y="178874"/>
                    </a:cubicBezTo>
                    <a:cubicBezTo>
                      <a:pt x="170271" y="181937"/>
                      <a:pt x="164733" y="184883"/>
                      <a:pt x="157898" y="187829"/>
                    </a:cubicBezTo>
                    <a:cubicBezTo>
                      <a:pt x="151064" y="190775"/>
                      <a:pt x="143169" y="193367"/>
                      <a:pt x="133860" y="195606"/>
                    </a:cubicBezTo>
                    <a:cubicBezTo>
                      <a:pt x="124669" y="197845"/>
                      <a:pt x="114064" y="199024"/>
                      <a:pt x="102163" y="199024"/>
                    </a:cubicBezTo>
                    <a:cubicBezTo>
                      <a:pt x="86255" y="199024"/>
                      <a:pt x="71997" y="196549"/>
                      <a:pt x="59271" y="191718"/>
                    </a:cubicBezTo>
                    <a:cubicBezTo>
                      <a:pt x="46545" y="186887"/>
                      <a:pt x="35822" y="180052"/>
                      <a:pt x="26984" y="171214"/>
                    </a:cubicBezTo>
                    <a:cubicBezTo>
                      <a:pt x="18147" y="162495"/>
                      <a:pt x="11430" y="151889"/>
                      <a:pt x="6952" y="139635"/>
                    </a:cubicBezTo>
                    <a:cubicBezTo>
                      <a:pt x="2475" y="127380"/>
                      <a:pt x="118" y="113829"/>
                      <a:pt x="118" y="99099"/>
                    </a:cubicBezTo>
                    <a:moveTo>
                      <a:pt x="55382" y="79892"/>
                    </a:moveTo>
                    <a:lnTo>
                      <a:pt x="134096" y="79892"/>
                    </a:lnTo>
                    <a:cubicBezTo>
                      <a:pt x="134096" y="75886"/>
                      <a:pt x="133271" y="71762"/>
                      <a:pt x="131621" y="67637"/>
                    </a:cubicBezTo>
                    <a:cubicBezTo>
                      <a:pt x="129972" y="63513"/>
                      <a:pt x="127615" y="59742"/>
                      <a:pt x="124433" y="56325"/>
                    </a:cubicBezTo>
                    <a:cubicBezTo>
                      <a:pt x="121252" y="52908"/>
                      <a:pt x="117245" y="49962"/>
                      <a:pt x="112532" y="47723"/>
                    </a:cubicBezTo>
                    <a:cubicBezTo>
                      <a:pt x="107701" y="45484"/>
                      <a:pt x="102045" y="44306"/>
                      <a:pt x="95446" y="44306"/>
                    </a:cubicBezTo>
                    <a:cubicBezTo>
                      <a:pt x="88847" y="44306"/>
                      <a:pt x="83073" y="45484"/>
                      <a:pt x="78007" y="47723"/>
                    </a:cubicBezTo>
                    <a:cubicBezTo>
                      <a:pt x="72940" y="49962"/>
                      <a:pt x="68815" y="52908"/>
                      <a:pt x="65516" y="56325"/>
                    </a:cubicBezTo>
                    <a:cubicBezTo>
                      <a:pt x="62217" y="59742"/>
                      <a:pt x="59742" y="63631"/>
                      <a:pt x="57975" y="67755"/>
                    </a:cubicBezTo>
                    <a:cubicBezTo>
                      <a:pt x="56207" y="71879"/>
                      <a:pt x="55382" y="76004"/>
                      <a:pt x="55382" y="79892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2" name="Forma libre: forma 11">
                <a:extLst>
                  <a:ext uri="{FF2B5EF4-FFF2-40B4-BE49-F238E27FC236}">
                    <a16:creationId xmlns:a16="http://schemas.microsoft.com/office/drawing/2014/main" id="{1BE03C16-0DFB-976C-C0C8-8B0FAF480EBF}"/>
                  </a:ext>
                </a:extLst>
              </p:cNvPr>
              <p:cNvSpPr/>
              <p:nvPr/>
            </p:nvSpPr>
            <p:spPr>
              <a:xfrm>
                <a:off x="2555091" y="11197712"/>
                <a:ext cx="299889" cy="186297"/>
              </a:xfrm>
              <a:custGeom>
                <a:avLst/>
                <a:gdLst>
                  <a:gd name="connsiteX0" fmla="*/ 0 w 299889"/>
                  <a:gd name="connsiteY0" fmla="*/ 0 h 186297"/>
                  <a:gd name="connsiteX1" fmla="*/ 58799 w 299889"/>
                  <a:gd name="connsiteY1" fmla="*/ 0 h 186297"/>
                  <a:gd name="connsiteX2" fmla="*/ 91322 w 299889"/>
                  <a:gd name="connsiteY2" fmla="*/ 119603 h 186297"/>
                  <a:gd name="connsiteX3" fmla="*/ 127615 w 299889"/>
                  <a:gd name="connsiteY3" fmla="*/ 0 h 186297"/>
                  <a:gd name="connsiteX4" fmla="*/ 173099 w 299889"/>
                  <a:gd name="connsiteY4" fmla="*/ 0 h 186297"/>
                  <a:gd name="connsiteX5" fmla="*/ 209746 w 299889"/>
                  <a:gd name="connsiteY5" fmla="*/ 119603 h 186297"/>
                  <a:gd name="connsiteX6" fmla="*/ 242386 w 299889"/>
                  <a:gd name="connsiteY6" fmla="*/ 0 h 186297"/>
                  <a:gd name="connsiteX7" fmla="*/ 299889 w 299889"/>
                  <a:gd name="connsiteY7" fmla="*/ 0 h 186297"/>
                  <a:gd name="connsiteX8" fmla="*/ 235905 w 299889"/>
                  <a:gd name="connsiteY8" fmla="*/ 186297 h 186297"/>
                  <a:gd name="connsiteX9" fmla="*/ 184411 w 299889"/>
                  <a:gd name="connsiteY9" fmla="*/ 186297 h 186297"/>
                  <a:gd name="connsiteX10" fmla="*/ 149297 w 299889"/>
                  <a:gd name="connsiteY10" fmla="*/ 82131 h 186297"/>
                  <a:gd name="connsiteX11" fmla="*/ 114771 w 299889"/>
                  <a:gd name="connsiteY11" fmla="*/ 186297 h 186297"/>
                  <a:gd name="connsiteX12" fmla="*/ 63984 w 299889"/>
                  <a:gd name="connsiteY12" fmla="*/ 186297 h 186297"/>
                  <a:gd name="connsiteX13" fmla="*/ 0 w 299889"/>
                  <a:gd name="connsiteY13" fmla="*/ 0 h 186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9889" h="186297">
                    <a:moveTo>
                      <a:pt x="0" y="0"/>
                    </a:moveTo>
                    <a:lnTo>
                      <a:pt x="58799" y="0"/>
                    </a:lnTo>
                    <a:lnTo>
                      <a:pt x="91322" y="119603"/>
                    </a:lnTo>
                    <a:lnTo>
                      <a:pt x="127615" y="0"/>
                    </a:lnTo>
                    <a:lnTo>
                      <a:pt x="173099" y="0"/>
                    </a:lnTo>
                    <a:lnTo>
                      <a:pt x="209746" y="119603"/>
                    </a:lnTo>
                    <a:lnTo>
                      <a:pt x="242386" y="0"/>
                    </a:lnTo>
                    <a:lnTo>
                      <a:pt x="299889" y="0"/>
                    </a:lnTo>
                    <a:lnTo>
                      <a:pt x="235905" y="186297"/>
                    </a:lnTo>
                    <a:lnTo>
                      <a:pt x="184411" y="186297"/>
                    </a:lnTo>
                    <a:lnTo>
                      <a:pt x="149297" y="82131"/>
                    </a:lnTo>
                    <a:lnTo>
                      <a:pt x="114771" y="186297"/>
                    </a:lnTo>
                    <a:lnTo>
                      <a:pt x="63984" y="1862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3" name="Forma libre: forma 12">
                <a:extLst>
                  <a:ext uri="{FF2B5EF4-FFF2-40B4-BE49-F238E27FC236}">
                    <a16:creationId xmlns:a16="http://schemas.microsoft.com/office/drawing/2014/main" id="{A0C39D46-3A41-B74D-BDFE-8CDA1BBC2182}"/>
                  </a:ext>
                </a:extLst>
              </p:cNvPr>
              <p:cNvSpPr/>
              <p:nvPr/>
            </p:nvSpPr>
            <p:spPr>
              <a:xfrm>
                <a:off x="2878665" y="11119116"/>
                <a:ext cx="57031" cy="264775"/>
              </a:xfrm>
              <a:custGeom>
                <a:avLst/>
                <a:gdLst>
                  <a:gd name="connsiteX0" fmla="*/ 0 w 57031"/>
                  <a:gd name="connsiteY0" fmla="*/ 0 h 264775"/>
                  <a:gd name="connsiteX1" fmla="*/ 57032 w 57031"/>
                  <a:gd name="connsiteY1" fmla="*/ 0 h 264775"/>
                  <a:gd name="connsiteX2" fmla="*/ 57032 w 57031"/>
                  <a:gd name="connsiteY2" fmla="*/ 264776 h 264775"/>
                  <a:gd name="connsiteX3" fmla="*/ 0 w 57031"/>
                  <a:gd name="connsiteY3" fmla="*/ 264776 h 26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1" h="264775">
                    <a:moveTo>
                      <a:pt x="0" y="0"/>
                    </a:moveTo>
                    <a:lnTo>
                      <a:pt x="57032" y="0"/>
                    </a:lnTo>
                    <a:lnTo>
                      <a:pt x="57032" y="264776"/>
                    </a:lnTo>
                    <a:lnTo>
                      <a:pt x="0" y="26477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4" name="Forma libre: forma 13">
                <a:extLst>
                  <a:ext uri="{FF2B5EF4-FFF2-40B4-BE49-F238E27FC236}">
                    <a16:creationId xmlns:a16="http://schemas.microsoft.com/office/drawing/2014/main" id="{8A83EA23-A6A2-4F6E-F7E9-2B5BF7504493}"/>
                  </a:ext>
                </a:extLst>
              </p:cNvPr>
              <p:cNvSpPr/>
              <p:nvPr/>
            </p:nvSpPr>
            <p:spPr>
              <a:xfrm>
                <a:off x="2977293" y="11119116"/>
                <a:ext cx="61038" cy="264775"/>
              </a:xfrm>
              <a:custGeom>
                <a:avLst/>
                <a:gdLst>
                  <a:gd name="connsiteX0" fmla="*/ 0 w 61038"/>
                  <a:gd name="connsiteY0" fmla="*/ 0 h 264775"/>
                  <a:gd name="connsiteX1" fmla="*/ 61038 w 61038"/>
                  <a:gd name="connsiteY1" fmla="*/ 0 h 264775"/>
                  <a:gd name="connsiteX2" fmla="*/ 61038 w 61038"/>
                  <a:gd name="connsiteY2" fmla="*/ 51140 h 264775"/>
                  <a:gd name="connsiteX3" fmla="*/ 0 w 61038"/>
                  <a:gd name="connsiteY3" fmla="*/ 51140 h 264775"/>
                  <a:gd name="connsiteX4" fmla="*/ 0 w 61038"/>
                  <a:gd name="connsiteY4" fmla="*/ 0 h 264775"/>
                  <a:gd name="connsiteX5" fmla="*/ 2121 w 61038"/>
                  <a:gd name="connsiteY5" fmla="*/ 78478 h 264775"/>
                  <a:gd name="connsiteX6" fmla="*/ 59153 w 61038"/>
                  <a:gd name="connsiteY6" fmla="*/ 78478 h 264775"/>
                  <a:gd name="connsiteX7" fmla="*/ 59153 w 61038"/>
                  <a:gd name="connsiteY7" fmla="*/ 264776 h 264775"/>
                  <a:gd name="connsiteX8" fmla="*/ 2121 w 61038"/>
                  <a:gd name="connsiteY8" fmla="*/ 264776 h 264775"/>
                  <a:gd name="connsiteX9" fmla="*/ 2121 w 61038"/>
                  <a:gd name="connsiteY9" fmla="*/ 78478 h 26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038" h="264775">
                    <a:moveTo>
                      <a:pt x="0" y="0"/>
                    </a:moveTo>
                    <a:lnTo>
                      <a:pt x="61038" y="0"/>
                    </a:lnTo>
                    <a:lnTo>
                      <a:pt x="61038" y="51140"/>
                    </a:lnTo>
                    <a:lnTo>
                      <a:pt x="0" y="51140"/>
                    </a:lnTo>
                    <a:lnTo>
                      <a:pt x="0" y="0"/>
                    </a:lnTo>
                    <a:close/>
                    <a:moveTo>
                      <a:pt x="2121" y="78478"/>
                    </a:moveTo>
                    <a:lnTo>
                      <a:pt x="59153" y="78478"/>
                    </a:lnTo>
                    <a:lnTo>
                      <a:pt x="59153" y="264776"/>
                    </a:lnTo>
                    <a:lnTo>
                      <a:pt x="2121" y="264776"/>
                    </a:lnTo>
                    <a:lnTo>
                      <a:pt x="2121" y="78478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5" name="Forma libre: forma 14">
                <a:extLst>
                  <a:ext uri="{FF2B5EF4-FFF2-40B4-BE49-F238E27FC236}">
                    <a16:creationId xmlns:a16="http://schemas.microsoft.com/office/drawing/2014/main" id="{22E62114-CC9D-0164-1875-44373D363050}"/>
                  </a:ext>
                </a:extLst>
              </p:cNvPr>
              <p:cNvSpPr/>
              <p:nvPr/>
            </p:nvSpPr>
            <p:spPr>
              <a:xfrm>
                <a:off x="3080398" y="11193470"/>
                <a:ext cx="181701" cy="190539"/>
              </a:xfrm>
              <a:custGeom>
                <a:avLst/>
                <a:gdLst>
                  <a:gd name="connsiteX0" fmla="*/ 236 w 181701"/>
                  <a:gd name="connsiteY0" fmla="*/ 190539 h 190539"/>
                  <a:gd name="connsiteX1" fmla="*/ 236 w 181701"/>
                  <a:gd name="connsiteY1" fmla="*/ 4242 h 190539"/>
                  <a:gd name="connsiteX2" fmla="*/ 55264 w 181701"/>
                  <a:gd name="connsiteY2" fmla="*/ 4242 h 190539"/>
                  <a:gd name="connsiteX3" fmla="*/ 56796 w 181701"/>
                  <a:gd name="connsiteY3" fmla="*/ 24628 h 190539"/>
                  <a:gd name="connsiteX4" fmla="*/ 80834 w 181701"/>
                  <a:gd name="connsiteY4" fmla="*/ 6834 h 190539"/>
                  <a:gd name="connsiteX5" fmla="*/ 111943 w 181701"/>
                  <a:gd name="connsiteY5" fmla="*/ 0 h 190539"/>
                  <a:gd name="connsiteX6" fmla="*/ 162847 w 181701"/>
                  <a:gd name="connsiteY6" fmla="*/ 19089 h 190539"/>
                  <a:gd name="connsiteX7" fmla="*/ 181701 w 181701"/>
                  <a:gd name="connsiteY7" fmla="*/ 75414 h 190539"/>
                  <a:gd name="connsiteX8" fmla="*/ 181701 w 181701"/>
                  <a:gd name="connsiteY8" fmla="*/ 190539 h 190539"/>
                  <a:gd name="connsiteX9" fmla="*/ 124669 w 181701"/>
                  <a:gd name="connsiteY9" fmla="*/ 190539 h 190539"/>
                  <a:gd name="connsiteX10" fmla="*/ 124669 w 181701"/>
                  <a:gd name="connsiteY10" fmla="*/ 83309 h 190539"/>
                  <a:gd name="connsiteX11" fmla="*/ 116892 w 181701"/>
                  <a:gd name="connsiteY11" fmla="*/ 58682 h 190539"/>
                  <a:gd name="connsiteX12" fmla="*/ 95210 w 181701"/>
                  <a:gd name="connsiteY12" fmla="*/ 49609 h 190539"/>
                  <a:gd name="connsiteX13" fmla="*/ 78596 w 181701"/>
                  <a:gd name="connsiteY13" fmla="*/ 53026 h 190539"/>
                  <a:gd name="connsiteX14" fmla="*/ 66694 w 181701"/>
                  <a:gd name="connsiteY14" fmla="*/ 61981 h 190539"/>
                  <a:gd name="connsiteX15" fmla="*/ 59506 w 181701"/>
                  <a:gd name="connsiteY15" fmla="*/ 74825 h 190539"/>
                  <a:gd name="connsiteX16" fmla="*/ 57032 w 181701"/>
                  <a:gd name="connsiteY16" fmla="*/ 90497 h 190539"/>
                  <a:gd name="connsiteX17" fmla="*/ 57032 w 181701"/>
                  <a:gd name="connsiteY17" fmla="*/ 190539 h 190539"/>
                  <a:gd name="connsiteX18" fmla="*/ 0 w 181701"/>
                  <a:gd name="connsiteY18" fmla="*/ 190539 h 190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1701" h="190539">
                    <a:moveTo>
                      <a:pt x="236" y="190539"/>
                    </a:moveTo>
                    <a:lnTo>
                      <a:pt x="236" y="4242"/>
                    </a:lnTo>
                    <a:lnTo>
                      <a:pt x="55264" y="4242"/>
                    </a:lnTo>
                    <a:lnTo>
                      <a:pt x="56796" y="24628"/>
                    </a:lnTo>
                    <a:cubicBezTo>
                      <a:pt x="62806" y="17322"/>
                      <a:pt x="70819" y="11312"/>
                      <a:pt x="80834" y="6834"/>
                    </a:cubicBezTo>
                    <a:cubicBezTo>
                      <a:pt x="90733" y="2357"/>
                      <a:pt x="101102" y="0"/>
                      <a:pt x="111943" y="0"/>
                    </a:cubicBezTo>
                    <a:cubicBezTo>
                      <a:pt x="133389" y="0"/>
                      <a:pt x="150239" y="6363"/>
                      <a:pt x="162847" y="19089"/>
                    </a:cubicBezTo>
                    <a:cubicBezTo>
                      <a:pt x="175456" y="31815"/>
                      <a:pt x="181701" y="50551"/>
                      <a:pt x="181701" y="75414"/>
                    </a:cubicBezTo>
                    <a:lnTo>
                      <a:pt x="181701" y="190539"/>
                    </a:lnTo>
                    <a:lnTo>
                      <a:pt x="124669" y="190539"/>
                    </a:lnTo>
                    <a:lnTo>
                      <a:pt x="124669" y="83309"/>
                    </a:lnTo>
                    <a:cubicBezTo>
                      <a:pt x="124669" y="72940"/>
                      <a:pt x="122077" y="64809"/>
                      <a:pt x="116892" y="58682"/>
                    </a:cubicBezTo>
                    <a:cubicBezTo>
                      <a:pt x="111707" y="52672"/>
                      <a:pt x="104519" y="49609"/>
                      <a:pt x="95210" y="49609"/>
                    </a:cubicBezTo>
                    <a:cubicBezTo>
                      <a:pt x="88847" y="49609"/>
                      <a:pt x="83309" y="50787"/>
                      <a:pt x="78596" y="53026"/>
                    </a:cubicBezTo>
                    <a:cubicBezTo>
                      <a:pt x="73882" y="55265"/>
                      <a:pt x="69876" y="58211"/>
                      <a:pt x="66694" y="61981"/>
                    </a:cubicBezTo>
                    <a:cubicBezTo>
                      <a:pt x="63513" y="65752"/>
                      <a:pt x="61156" y="69994"/>
                      <a:pt x="59506" y="74825"/>
                    </a:cubicBezTo>
                    <a:cubicBezTo>
                      <a:pt x="57857" y="79657"/>
                      <a:pt x="57032" y="84959"/>
                      <a:pt x="57032" y="90497"/>
                    </a:cubicBezTo>
                    <a:lnTo>
                      <a:pt x="57032" y="190539"/>
                    </a:lnTo>
                    <a:lnTo>
                      <a:pt x="0" y="1905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6" name="Forma libre: forma 15">
                <a:extLst>
                  <a:ext uri="{FF2B5EF4-FFF2-40B4-BE49-F238E27FC236}">
                    <a16:creationId xmlns:a16="http://schemas.microsoft.com/office/drawing/2014/main" id="{666DBEF7-D21D-2627-E390-05407EEE00BE}"/>
                  </a:ext>
                </a:extLst>
              </p:cNvPr>
              <p:cNvSpPr/>
              <p:nvPr/>
            </p:nvSpPr>
            <p:spPr>
              <a:xfrm>
                <a:off x="3303224" y="11119116"/>
                <a:ext cx="187592" cy="264893"/>
              </a:xfrm>
              <a:custGeom>
                <a:avLst/>
                <a:gdLst>
                  <a:gd name="connsiteX0" fmla="*/ 0 w 187592"/>
                  <a:gd name="connsiteY0" fmla="*/ 264893 h 264893"/>
                  <a:gd name="connsiteX1" fmla="*/ 0 w 187592"/>
                  <a:gd name="connsiteY1" fmla="*/ 0 h 264893"/>
                  <a:gd name="connsiteX2" fmla="*/ 56914 w 187592"/>
                  <a:gd name="connsiteY2" fmla="*/ 0 h 264893"/>
                  <a:gd name="connsiteX3" fmla="*/ 56914 w 187592"/>
                  <a:gd name="connsiteY3" fmla="*/ 137514 h 264893"/>
                  <a:gd name="connsiteX4" fmla="*/ 113711 w 187592"/>
                  <a:gd name="connsiteY4" fmla="*/ 78596 h 264893"/>
                  <a:gd name="connsiteX5" fmla="*/ 178520 w 187592"/>
                  <a:gd name="connsiteY5" fmla="*/ 78596 h 264893"/>
                  <a:gd name="connsiteX6" fmla="*/ 111825 w 187592"/>
                  <a:gd name="connsiteY6" fmla="*/ 147412 h 264893"/>
                  <a:gd name="connsiteX7" fmla="*/ 187593 w 187592"/>
                  <a:gd name="connsiteY7" fmla="*/ 264893 h 264893"/>
                  <a:gd name="connsiteX8" fmla="*/ 121370 w 187592"/>
                  <a:gd name="connsiteY8" fmla="*/ 264893 h 264893"/>
                  <a:gd name="connsiteX9" fmla="*/ 73647 w 187592"/>
                  <a:gd name="connsiteY9" fmla="*/ 186179 h 264893"/>
                  <a:gd name="connsiteX10" fmla="*/ 56914 w 187592"/>
                  <a:gd name="connsiteY10" fmla="*/ 203383 h 264893"/>
                  <a:gd name="connsiteX11" fmla="*/ 56914 w 187592"/>
                  <a:gd name="connsiteY11" fmla="*/ 264893 h 264893"/>
                  <a:gd name="connsiteX12" fmla="*/ 0 w 187592"/>
                  <a:gd name="connsiteY12" fmla="*/ 264893 h 26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7592" h="264893">
                    <a:moveTo>
                      <a:pt x="0" y="264893"/>
                    </a:moveTo>
                    <a:lnTo>
                      <a:pt x="0" y="0"/>
                    </a:lnTo>
                    <a:lnTo>
                      <a:pt x="56914" y="0"/>
                    </a:lnTo>
                    <a:lnTo>
                      <a:pt x="56914" y="137514"/>
                    </a:lnTo>
                    <a:lnTo>
                      <a:pt x="113711" y="78596"/>
                    </a:lnTo>
                    <a:lnTo>
                      <a:pt x="178520" y="78596"/>
                    </a:lnTo>
                    <a:lnTo>
                      <a:pt x="111825" y="147412"/>
                    </a:lnTo>
                    <a:lnTo>
                      <a:pt x="187593" y="264893"/>
                    </a:lnTo>
                    <a:lnTo>
                      <a:pt x="121370" y="264893"/>
                    </a:lnTo>
                    <a:lnTo>
                      <a:pt x="73647" y="186179"/>
                    </a:lnTo>
                    <a:lnTo>
                      <a:pt x="56914" y="203383"/>
                    </a:lnTo>
                    <a:lnTo>
                      <a:pt x="56914" y="264893"/>
                    </a:lnTo>
                    <a:lnTo>
                      <a:pt x="0" y="26489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7" name="Forma libre: forma 16">
                <a:extLst>
                  <a:ext uri="{FF2B5EF4-FFF2-40B4-BE49-F238E27FC236}">
                    <a16:creationId xmlns:a16="http://schemas.microsoft.com/office/drawing/2014/main" id="{499C37DC-0F0F-B630-7A9E-19CBB213074B}"/>
                  </a:ext>
                </a:extLst>
              </p:cNvPr>
              <p:cNvSpPr/>
              <p:nvPr/>
            </p:nvSpPr>
            <p:spPr>
              <a:xfrm>
                <a:off x="1032196" y="10856933"/>
                <a:ext cx="132210" cy="528843"/>
              </a:xfrm>
              <a:custGeom>
                <a:avLst/>
                <a:gdLst>
                  <a:gd name="connsiteX0" fmla="*/ 0 w 132210"/>
                  <a:gd name="connsiteY0" fmla="*/ 0 h 528843"/>
                  <a:gd name="connsiteX1" fmla="*/ 132211 w 132210"/>
                  <a:gd name="connsiteY1" fmla="*/ 0 h 528843"/>
                  <a:gd name="connsiteX2" fmla="*/ 132211 w 132210"/>
                  <a:gd name="connsiteY2" fmla="*/ 528844 h 528843"/>
                  <a:gd name="connsiteX3" fmla="*/ 0 w 132210"/>
                  <a:gd name="connsiteY3" fmla="*/ 528844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10" h="528843">
                    <a:moveTo>
                      <a:pt x="0" y="0"/>
                    </a:moveTo>
                    <a:lnTo>
                      <a:pt x="132211" y="0"/>
                    </a:lnTo>
                    <a:lnTo>
                      <a:pt x="132211" y="528844"/>
                    </a:lnTo>
                    <a:lnTo>
                      <a:pt x="0" y="52884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8" name="Forma libre: forma 17">
                <a:extLst>
                  <a:ext uri="{FF2B5EF4-FFF2-40B4-BE49-F238E27FC236}">
                    <a16:creationId xmlns:a16="http://schemas.microsoft.com/office/drawing/2014/main" id="{CC1D9314-DC49-9718-D207-990B56B20912}"/>
                  </a:ext>
                </a:extLst>
              </p:cNvPr>
              <p:cNvSpPr/>
              <p:nvPr/>
            </p:nvSpPr>
            <p:spPr>
              <a:xfrm>
                <a:off x="1762535" y="10856933"/>
                <a:ext cx="132210" cy="528843"/>
              </a:xfrm>
              <a:custGeom>
                <a:avLst/>
                <a:gdLst>
                  <a:gd name="connsiteX0" fmla="*/ 0 w 132210"/>
                  <a:gd name="connsiteY0" fmla="*/ 0 h 528843"/>
                  <a:gd name="connsiteX1" fmla="*/ 132211 w 132210"/>
                  <a:gd name="connsiteY1" fmla="*/ 0 h 528843"/>
                  <a:gd name="connsiteX2" fmla="*/ 132211 w 132210"/>
                  <a:gd name="connsiteY2" fmla="*/ 528844 h 528843"/>
                  <a:gd name="connsiteX3" fmla="*/ 0 w 132210"/>
                  <a:gd name="connsiteY3" fmla="*/ 528844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10" h="528843">
                    <a:moveTo>
                      <a:pt x="0" y="0"/>
                    </a:moveTo>
                    <a:lnTo>
                      <a:pt x="132211" y="0"/>
                    </a:lnTo>
                    <a:lnTo>
                      <a:pt x="132211" y="528844"/>
                    </a:lnTo>
                    <a:lnTo>
                      <a:pt x="0" y="52884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  <p:sp>
            <p:nvSpPr>
              <p:cNvPr id="19" name="Forma libre: forma 18">
                <a:extLst>
                  <a:ext uri="{FF2B5EF4-FFF2-40B4-BE49-F238E27FC236}">
                    <a16:creationId xmlns:a16="http://schemas.microsoft.com/office/drawing/2014/main" id="{3ED8D088-8E96-D337-7324-C64DDF24B3DB}"/>
                  </a:ext>
                </a:extLst>
              </p:cNvPr>
              <p:cNvSpPr/>
              <p:nvPr/>
            </p:nvSpPr>
            <p:spPr>
              <a:xfrm>
                <a:off x="1283655" y="10856933"/>
                <a:ext cx="362223" cy="528843"/>
              </a:xfrm>
              <a:custGeom>
                <a:avLst/>
                <a:gdLst>
                  <a:gd name="connsiteX0" fmla="*/ 143169 w 362223"/>
                  <a:gd name="connsiteY0" fmla="*/ 0 h 528843"/>
                  <a:gd name="connsiteX1" fmla="*/ 0 w 362223"/>
                  <a:gd name="connsiteY1" fmla="*/ 0 h 528843"/>
                  <a:gd name="connsiteX2" fmla="*/ 219055 w 362223"/>
                  <a:gd name="connsiteY2" fmla="*/ 528844 h 528843"/>
                  <a:gd name="connsiteX3" fmla="*/ 362224 w 362223"/>
                  <a:gd name="connsiteY3" fmla="*/ 528844 h 528843"/>
                  <a:gd name="connsiteX4" fmla="*/ 143169 w 362223"/>
                  <a:gd name="connsiteY4" fmla="*/ 0 h 52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2223" h="528843">
                    <a:moveTo>
                      <a:pt x="143169" y="0"/>
                    </a:moveTo>
                    <a:lnTo>
                      <a:pt x="0" y="0"/>
                    </a:lnTo>
                    <a:lnTo>
                      <a:pt x="219055" y="528844"/>
                    </a:lnTo>
                    <a:lnTo>
                      <a:pt x="362224" y="528844"/>
                    </a:lnTo>
                    <a:lnTo>
                      <a:pt x="1431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DO" sz="4267"/>
              </a:p>
            </p:txBody>
          </p:sp>
        </p:grp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D438FEE-58B2-8068-E0B9-79B5C4B4F511}"/>
                </a:ext>
              </a:extLst>
            </p:cNvPr>
            <p:cNvSpPr/>
            <p:nvPr/>
          </p:nvSpPr>
          <p:spPr>
            <a:xfrm>
              <a:off x="3508020" y="11198183"/>
              <a:ext cx="57974" cy="58564"/>
            </a:xfrm>
            <a:custGeom>
              <a:avLst/>
              <a:gdLst>
                <a:gd name="connsiteX0" fmla="*/ 28987 w 57974"/>
                <a:gd name="connsiteY0" fmla="*/ 58564 h 58564"/>
                <a:gd name="connsiteX1" fmla="*/ 17557 w 57974"/>
                <a:gd name="connsiteY1" fmla="*/ 56325 h 58564"/>
                <a:gd name="connsiteX2" fmla="*/ 8366 w 57974"/>
                <a:gd name="connsiteY2" fmla="*/ 50080 h 58564"/>
                <a:gd name="connsiteX3" fmla="*/ 2239 w 57974"/>
                <a:gd name="connsiteY3" fmla="*/ 40771 h 58564"/>
                <a:gd name="connsiteX4" fmla="*/ 0 w 57974"/>
                <a:gd name="connsiteY4" fmla="*/ 29341 h 58564"/>
                <a:gd name="connsiteX5" fmla="*/ 2239 w 57974"/>
                <a:gd name="connsiteY5" fmla="*/ 17911 h 58564"/>
                <a:gd name="connsiteX6" fmla="*/ 8366 w 57974"/>
                <a:gd name="connsiteY6" fmla="*/ 8602 h 58564"/>
                <a:gd name="connsiteX7" fmla="*/ 17557 w 57974"/>
                <a:gd name="connsiteY7" fmla="*/ 2357 h 58564"/>
                <a:gd name="connsiteX8" fmla="*/ 28987 w 57974"/>
                <a:gd name="connsiteY8" fmla="*/ 0 h 58564"/>
                <a:gd name="connsiteX9" fmla="*/ 40417 w 57974"/>
                <a:gd name="connsiteY9" fmla="*/ 2357 h 58564"/>
                <a:gd name="connsiteX10" fmla="*/ 49608 w 57974"/>
                <a:gd name="connsiteY10" fmla="*/ 8602 h 58564"/>
                <a:gd name="connsiteX11" fmla="*/ 55736 w 57974"/>
                <a:gd name="connsiteY11" fmla="*/ 17911 h 58564"/>
                <a:gd name="connsiteX12" fmla="*/ 57975 w 57974"/>
                <a:gd name="connsiteY12" fmla="*/ 29341 h 58564"/>
                <a:gd name="connsiteX13" fmla="*/ 55736 w 57974"/>
                <a:gd name="connsiteY13" fmla="*/ 40771 h 58564"/>
                <a:gd name="connsiteX14" fmla="*/ 49491 w 57974"/>
                <a:gd name="connsiteY14" fmla="*/ 50080 h 58564"/>
                <a:gd name="connsiteX15" fmla="*/ 40299 w 57974"/>
                <a:gd name="connsiteY15" fmla="*/ 56325 h 58564"/>
                <a:gd name="connsiteX16" fmla="*/ 28869 w 57974"/>
                <a:gd name="connsiteY16" fmla="*/ 58564 h 58564"/>
                <a:gd name="connsiteX17" fmla="*/ 28987 w 57974"/>
                <a:gd name="connsiteY17" fmla="*/ 51612 h 58564"/>
                <a:gd name="connsiteX18" fmla="*/ 37589 w 57974"/>
                <a:gd name="connsiteY18" fmla="*/ 49844 h 58564"/>
                <a:gd name="connsiteX19" fmla="*/ 44424 w 57974"/>
                <a:gd name="connsiteY19" fmla="*/ 45131 h 58564"/>
                <a:gd name="connsiteX20" fmla="*/ 48901 w 57974"/>
                <a:gd name="connsiteY20" fmla="*/ 38061 h 58564"/>
                <a:gd name="connsiteX21" fmla="*/ 50551 w 57974"/>
                <a:gd name="connsiteY21" fmla="*/ 29223 h 58564"/>
                <a:gd name="connsiteX22" fmla="*/ 48901 w 57974"/>
                <a:gd name="connsiteY22" fmla="*/ 20385 h 58564"/>
                <a:gd name="connsiteX23" fmla="*/ 44424 w 57974"/>
                <a:gd name="connsiteY23" fmla="*/ 13315 h 58564"/>
                <a:gd name="connsiteX24" fmla="*/ 37589 w 57974"/>
                <a:gd name="connsiteY24" fmla="*/ 8602 h 58564"/>
                <a:gd name="connsiteX25" fmla="*/ 29105 w 57974"/>
                <a:gd name="connsiteY25" fmla="*/ 6834 h 58564"/>
                <a:gd name="connsiteX26" fmla="*/ 20503 w 57974"/>
                <a:gd name="connsiteY26" fmla="*/ 8602 h 58564"/>
                <a:gd name="connsiteX27" fmla="*/ 13669 w 57974"/>
                <a:gd name="connsiteY27" fmla="*/ 13315 h 58564"/>
                <a:gd name="connsiteX28" fmla="*/ 9073 w 57974"/>
                <a:gd name="connsiteY28" fmla="*/ 20385 h 58564"/>
                <a:gd name="connsiteX29" fmla="*/ 7424 w 57974"/>
                <a:gd name="connsiteY29" fmla="*/ 29223 h 58564"/>
                <a:gd name="connsiteX30" fmla="*/ 9073 w 57974"/>
                <a:gd name="connsiteY30" fmla="*/ 38061 h 58564"/>
                <a:gd name="connsiteX31" fmla="*/ 13551 w 57974"/>
                <a:gd name="connsiteY31" fmla="*/ 45131 h 58564"/>
                <a:gd name="connsiteX32" fmla="*/ 20385 w 57974"/>
                <a:gd name="connsiteY32" fmla="*/ 49844 h 58564"/>
                <a:gd name="connsiteX33" fmla="*/ 28987 w 57974"/>
                <a:gd name="connsiteY33" fmla="*/ 51612 h 58564"/>
                <a:gd name="connsiteX34" fmla="*/ 18029 w 57974"/>
                <a:gd name="connsiteY34" fmla="*/ 14494 h 58564"/>
                <a:gd name="connsiteX35" fmla="*/ 30166 w 57974"/>
                <a:gd name="connsiteY35" fmla="*/ 14494 h 58564"/>
                <a:gd name="connsiteX36" fmla="*/ 35115 w 57974"/>
                <a:gd name="connsiteY36" fmla="*/ 15319 h 58564"/>
                <a:gd name="connsiteX37" fmla="*/ 38414 w 57974"/>
                <a:gd name="connsiteY37" fmla="*/ 17440 h 58564"/>
                <a:gd name="connsiteX38" fmla="*/ 40299 w 57974"/>
                <a:gd name="connsiteY38" fmla="*/ 20268 h 58564"/>
                <a:gd name="connsiteX39" fmla="*/ 40889 w 57974"/>
                <a:gd name="connsiteY39" fmla="*/ 23214 h 58564"/>
                <a:gd name="connsiteX40" fmla="*/ 39592 w 57974"/>
                <a:gd name="connsiteY40" fmla="*/ 27927 h 58564"/>
                <a:gd name="connsiteX41" fmla="*/ 35586 w 57974"/>
                <a:gd name="connsiteY41" fmla="*/ 31462 h 58564"/>
                <a:gd name="connsiteX42" fmla="*/ 42538 w 57974"/>
                <a:gd name="connsiteY42" fmla="*/ 43481 h 58564"/>
                <a:gd name="connsiteX43" fmla="*/ 34879 w 57974"/>
                <a:gd name="connsiteY43" fmla="*/ 43481 h 58564"/>
                <a:gd name="connsiteX44" fmla="*/ 28634 w 57974"/>
                <a:gd name="connsiteY44" fmla="*/ 32522 h 58564"/>
                <a:gd name="connsiteX45" fmla="*/ 24981 w 57974"/>
                <a:gd name="connsiteY45" fmla="*/ 32522 h 58564"/>
                <a:gd name="connsiteX46" fmla="*/ 24981 w 57974"/>
                <a:gd name="connsiteY46" fmla="*/ 43481 h 58564"/>
                <a:gd name="connsiteX47" fmla="*/ 18029 w 57974"/>
                <a:gd name="connsiteY47" fmla="*/ 43481 h 58564"/>
                <a:gd name="connsiteX48" fmla="*/ 18029 w 57974"/>
                <a:gd name="connsiteY48" fmla="*/ 14494 h 58564"/>
                <a:gd name="connsiteX49" fmla="*/ 18029 w 57974"/>
                <a:gd name="connsiteY49" fmla="*/ 14494 h 58564"/>
                <a:gd name="connsiteX50" fmla="*/ 29930 w 57974"/>
                <a:gd name="connsiteY50" fmla="*/ 27102 h 58564"/>
                <a:gd name="connsiteX51" fmla="*/ 33112 w 57974"/>
                <a:gd name="connsiteY51" fmla="*/ 26159 h 58564"/>
                <a:gd name="connsiteX52" fmla="*/ 33936 w 57974"/>
                <a:gd name="connsiteY52" fmla="*/ 23803 h 58564"/>
                <a:gd name="connsiteX53" fmla="*/ 32994 w 57974"/>
                <a:gd name="connsiteY53" fmla="*/ 21210 h 58564"/>
                <a:gd name="connsiteX54" fmla="*/ 29930 w 57974"/>
                <a:gd name="connsiteY54" fmla="*/ 20268 h 58564"/>
                <a:gd name="connsiteX55" fmla="*/ 24981 w 57974"/>
                <a:gd name="connsiteY55" fmla="*/ 20268 h 58564"/>
                <a:gd name="connsiteX56" fmla="*/ 24981 w 57974"/>
                <a:gd name="connsiteY56" fmla="*/ 27102 h 58564"/>
                <a:gd name="connsiteX57" fmla="*/ 29930 w 57974"/>
                <a:gd name="connsiteY57" fmla="*/ 27102 h 5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7974" h="58564">
                  <a:moveTo>
                    <a:pt x="28987" y="58564"/>
                  </a:moveTo>
                  <a:cubicBezTo>
                    <a:pt x="24863" y="58564"/>
                    <a:pt x="21092" y="57857"/>
                    <a:pt x="17557" y="56325"/>
                  </a:cubicBezTo>
                  <a:cubicBezTo>
                    <a:pt x="14022" y="54793"/>
                    <a:pt x="10959" y="52790"/>
                    <a:pt x="8366" y="50080"/>
                  </a:cubicBezTo>
                  <a:cubicBezTo>
                    <a:pt x="5774" y="47370"/>
                    <a:pt x="3771" y="44306"/>
                    <a:pt x="2239" y="40771"/>
                  </a:cubicBezTo>
                  <a:cubicBezTo>
                    <a:pt x="707" y="37236"/>
                    <a:pt x="0" y="33465"/>
                    <a:pt x="0" y="29341"/>
                  </a:cubicBezTo>
                  <a:cubicBezTo>
                    <a:pt x="0" y="25217"/>
                    <a:pt x="707" y="21446"/>
                    <a:pt x="2239" y="17911"/>
                  </a:cubicBezTo>
                  <a:cubicBezTo>
                    <a:pt x="3771" y="14376"/>
                    <a:pt x="5774" y="11312"/>
                    <a:pt x="8366" y="8602"/>
                  </a:cubicBezTo>
                  <a:cubicBezTo>
                    <a:pt x="10959" y="6010"/>
                    <a:pt x="14022" y="3889"/>
                    <a:pt x="17557" y="2357"/>
                  </a:cubicBezTo>
                  <a:cubicBezTo>
                    <a:pt x="21092" y="825"/>
                    <a:pt x="24863" y="0"/>
                    <a:pt x="28987" y="0"/>
                  </a:cubicBezTo>
                  <a:cubicBezTo>
                    <a:pt x="33112" y="0"/>
                    <a:pt x="36882" y="825"/>
                    <a:pt x="40417" y="2357"/>
                  </a:cubicBezTo>
                  <a:cubicBezTo>
                    <a:pt x="43952" y="3889"/>
                    <a:pt x="47016" y="6010"/>
                    <a:pt x="49608" y="8602"/>
                  </a:cubicBezTo>
                  <a:cubicBezTo>
                    <a:pt x="52201" y="11194"/>
                    <a:pt x="54204" y="14258"/>
                    <a:pt x="55736" y="17911"/>
                  </a:cubicBezTo>
                  <a:cubicBezTo>
                    <a:pt x="57268" y="21446"/>
                    <a:pt x="57975" y="25217"/>
                    <a:pt x="57975" y="29341"/>
                  </a:cubicBezTo>
                  <a:cubicBezTo>
                    <a:pt x="57975" y="33465"/>
                    <a:pt x="57268" y="37236"/>
                    <a:pt x="55736" y="40771"/>
                  </a:cubicBezTo>
                  <a:cubicBezTo>
                    <a:pt x="54204" y="44306"/>
                    <a:pt x="52201" y="47370"/>
                    <a:pt x="49491" y="50080"/>
                  </a:cubicBezTo>
                  <a:cubicBezTo>
                    <a:pt x="46780" y="52790"/>
                    <a:pt x="43835" y="54793"/>
                    <a:pt x="40299" y="56325"/>
                  </a:cubicBezTo>
                  <a:cubicBezTo>
                    <a:pt x="36764" y="57857"/>
                    <a:pt x="32994" y="58564"/>
                    <a:pt x="28869" y="58564"/>
                  </a:cubicBezTo>
                  <a:close/>
                  <a:moveTo>
                    <a:pt x="28987" y="51612"/>
                  </a:moveTo>
                  <a:cubicBezTo>
                    <a:pt x="32051" y="51612"/>
                    <a:pt x="34879" y="51023"/>
                    <a:pt x="37589" y="49844"/>
                  </a:cubicBezTo>
                  <a:cubicBezTo>
                    <a:pt x="40182" y="48666"/>
                    <a:pt x="42538" y="47134"/>
                    <a:pt x="44424" y="45131"/>
                  </a:cubicBezTo>
                  <a:cubicBezTo>
                    <a:pt x="46309" y="43128"/>
                    <a:pt x="47841" y="40771"/>
                    <a:pt x="48901" y="38061"/>
                  </a:cubicBezTo>
                  <a:cubicBezTo>
                    <a:pt x="49962" y="35351"/>
                    <a:pt x="50551" y="32405"/>
                    <a:pt x="50551" y="29223"/>
                  </a:cubicBezTo>
                  <a:cubicBezTo>
                    <a:pt x="50551" y="26042"/>
                    <a:pt x="49962" y="23214"/>
                    <a:pt x="48901" y="20385"/>
                  </a:cubicBezTo>
                  <a:cubicBezTo>
                    <a:pt x="47841" y="17557"/>
                    <a:pt x="46309" y="15319"/>
                    <a:pt x="44424" y="13315"/>
                  </a:cubicBezTo>
                  <a:cubicBezTo>
                    <a:pt x="42538" y="11312"/>
                    <a:pt x="40182" y="9780"/>
                    <a:pt x="37589" y="8602"/>
                  </a:cubicBezTo>
                  <a:cubicBezTo>
                    <a:pt x="34997" y="7424"/>
                    <a:pt x="32169" y="6834"/>
                    <a:pt x="29105" y="6834"/>
                  </a:cubicBezTo>
                  <a:cubicBezTo>
                    <a:pt x="26042" y="6834"/>
                    <a:pt x="23213" y="7424"/>
                    <a:pt x="20503" y="8602"/>
                  </a:cubicBezTo>
                  <a:cubicBezTo>
                    <a:pt x="17793" y="9780"/>
                    <a:pt x="15554" y="11312"/>
                    <a:pt x="13669" y="13315"/>
                  </a:cubicBezTo>
                  <a:cubicBezTo>
                    <a:pt x="11783" y="15319"/>
                    <a:pt x="10252" y="17675"/>
                    <a:pt x="9073" y="20385"/>
                  </a:cubicBezTo>
                  <a:cubicBezTo>
                    <a:pt x="7895" y="23096"/>
                    <a:pt x="7424" y="26042"/>
                    <a:pt x="7424" y="29223"/>
                  </a:cubicBezTo>
                  <a:cubicBezTo>
                    <a:pt x="7424" y="32405"/>
                    <a:pt x="8013" y="35351"/>
                    <a:pt x="9073" y="38061"/>
                  </a:cubicBezTo>
                  <a:cubicBezTo>
                    <a:pt x="10134" y="40771"/>
                    <a:pt x="11666" y="43128"/>
                    <a:pt x="13551" y="45131"/>
                  </a:cubicBezTo>
                  <a:cubicBezTo>
                    <a:pt x="15436" y="47134"/>
                    <a:pt x="17793" y="48666"/>
                    <a:pt x="20385" y="49844"/>
                  </a:cubicBezTo>
                  <a:cubicBezTo>
                    <a:pt x="22978" y="51023"/>
                    <a:pt x="25806" y="51612"/>
                    <a:pt x="28987" y="51612"/>
                  </a:cubicBezTo>
                  <a:close/>
                  <a:moveTo>
                    <a:pt x="18029" y="14494"/>
                  </a:moveTo>
                  <a:lnTo>
                    <a:pt x="30166" y="14494"/>
                  </a:lnTo>
                  <a:cubicBezTo>
                    <a:pt x="32169" y="14494"/>
                    <a:pt x="33819" y="14729"/>
                    <a:pt x="35115" y="15319"/>
                  </a:cubicBezTo>
                  <a:cubicBezTo>
                    <a:pt x="36411" y="15908"/>
                    <a:pt x="37589" y="16615"/>
                    <a:pt x="38414" y="17440"/>
                  </a:cubicBezTo>
                  <a:cubicBezTo>
                    <a:pt x="39239" y="18264"/>
                    <a:pt x="39946" y="19207"/>
                    <a:pt x="40299" y="20268"/>
                  </a:cubicBezTo>
                  <a:cubicBezTo>
                    <a:pt x="40653" y="21328"/>
                    <a:pt x="40889" y="22271"/>
                    <a:pt x="40889" y="23214"/>
                  </a:cubicBezTo>
                  <a:cubicBezTo>
                    <a:pt x="40889" y="24863"/>
                    <a:pt x="40417" y="26513"/>
                    <a:pt x="39592" y="27927"/>
                  </a:cubicBezTo>
                  <a:cubicBezTo>
                    <a:pt x="38768" y="29341"/>
                    <a:pt x="37354" y="30519"/>
                    <a:pt x="35586" y="31462"/>
                  </a:cubicBezTo>
                  <a:lnTo>
                    <a:pt x="42538" y="43481"/>
                  </a:lnTo>
                  <a:lnTo>
                    <a:pt x="34879" y="43481"/>
                  </a:lnTo>
                  <a:lnTo>
                    <a:pt x="28634" y="32522"/>
                  </a:lnTo>
                  <a:lnTo>
                    <a:pt x="24981" y="32522"/>
                  </a:lnTo>
                  <a:lnTo>
                    <a:pt x="24981" y="43481"/>
                  </a:lnTo>
                  <a:lnTo>
                    <a:pt x="18029" y="43481"/>
                  </a:lnTo>
                  <a:lnTo>
                    <a:pt x="18029" y="14494"/>
                  </a:lnTo>
                  <a:lnTo>
                    <a:pt x="18029" y="14494"/>
                  </a:lnTo>
                  <a:close/>
                  <a:moveTo>
                    <a:pt x="29930" y="27102"/>
                  </a:moveTo>
                  <a:cubicBezTo>
                    <a:pt x="31462" y="27102"/>
                    <a:pt x="32522" y="26749"/>
                    <a:pt x="33112" y="26159"/>
                  </a:cubicBezTo>
                  <a:cubicBezTo>
                    <a:pt x="33701" y="25570"/>
                    <a:pt x="33936" y="24745"/>
                    <a:pt x="33936" y="23803"/>
                  </a:cubicBezTo>
                  <a:cubicBezTo>
                    <a:pt x="33936" y="22624"/>
                    <a:pt x="33701" y="21800"/>
                    <a:pt x="32994" y="21210"/>
                  </a:cubicBezTo>
                  <a:cubicBezTo>
                    <a:pt x="32405" y="20621"/>
                    <a:pt x="31344" y="20268"/>
                    <a:pt x="29930" y="20268"/>
                  </a:cubicBezTo>
                  <a:lnTo>
                    <a:pt x="24981" y="20268"/>
                  </a:lnTo>
                  <a:lnTo>
                    <a:pt x="24981" y="27102"/>
                  </a:lnTo>
                  <a:lnTo>
                    <a:pt x="29930" y="2710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DO" sz="4267"/>
            </a:p>
          </p:txBody>
        </p:sp>
      </p:grpSp>
    </p:spTree>
    <p:extLst>
      <p:ext uri="{BB962C8B-B14F-4D97-AF65-F5344CB8AC3E}">
        <p14:creationId xmlns:p14="http://schemas.microsoft.com/office/powerpoint/2010/main" val="171717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36" userDrawn="1">
          <p15:clr>
            <a:srgbClr val="FBAE40"/>
          </p15:clr>
        </p15:guide>
        <p15:guide id="2" pos="68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6" descr="Newlink_Proposal-04.png">
            <a:extLst>
              <a:ext uri="{FF2B5EF4-FFF2-40B4-BE49-F238E27FC236}">
                <a16:creationId xmlns:a16="http://schemas.microsoft.com/office/drawing/2014/main" id="{53861CA1-2E72-5D44-5E56-525810B86062}"/>
              </a:ext>
            </a:extLst>
          </p:cNvPr>
          <p:cNvSpPr>
            <a:spLocks noChangeAspect="1"/>
          </p:cNvSpPr>
          <p:nvPr/>
        </p:nvSpPr>
        <p:spPr bwMode="auto">
          <a:xfrm>
            <a:off x="1305318" y="10349588"/>
            <a:ext cx="1341968" cy="138144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defRPr/>
            </a:pPr>
            <a:endParaRPr lang="en-US" altLang="en-US" sz="3197"/>
          </a:p>
        </p:txBody>
      </p:sp>
      <p:sp>
        <p:nvSpPr>
          <p:cNvPr id="3" name="Picture 8" descr="logotipo.png">
            <a:extLst>
              <a:ext uri="{FF2B5EF4-FFF2-40B4-BE49-F238E27FC236}">
                <a16:creationId xmlns:a16="http://schemas.microsoft.com/office/drawing/2014/main" id="{BA589557-A93D-6313-9F3B-51B88EB04FE3}"/>
              </a:ext>
            </a:extLst>
          </p:cNvPr>
          <p:cNvSpPr>
            <a:spLocks noChangeAspect="1"/>
          </p:cNvSpPr>
          <p:nvPr/>
        </p:nvSpPr>
        <p:spPr bwMode="auto">
          <a:xfrm>
            <a:off x="18702969" y="11048770"/>
            <a:ext cx="1948109" cy="34113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defRPr/>
            </a:pPr>
            <a:endParaRPr lang="en-US" altLang="en-US" sz="3197"/>
          </a:p>
        </p:txBody>
      </p:sp>
      <p:sp>
        <p:nvSpPr>
          <p:cNvPr id="4" name="Picture 9" descr="Newlink_Proposal-04.png">
            <a:extLst>
              <a:ext uri="{FF2B5EF4-FFF2-40B4-BE49-F238E27FC236}">
                <a16:creationId xmlns:a16="http://schemas.microsoft.com/office/drawing/2014/main" id="{8E5DA145-4E89-B01B-B1D9-C283BB975A7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305318" y="10349588"/>
            <a:ext cx="1341968" cy="138144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defRPr/>
            </a:pPr>
            <a:endParaRPr lang="en-US" altLang="en-US" sz="3197"/>
          </a:p>
        </p:txBody>
      </p:sp>
      <p:sp>
        <p:nvSpPr>
          <p:cNvPr id="5" name="Picture 11" descr="logotipo.png">
            <a:extLst>
              <a:ext uri="{FF2B5EF4-FFF2-40B4-BE49-F238E27FC236}">
                <a16:creationId xmlns:a16="http://schemas.microsoft.com/office/drawing/2014/main" id="{80A624EB-7D75-DACC-FEED-765D331C1CC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8702969" y="11048770"/>
            <a:ext cx="1948109" cy="34113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defRPr/>
            </a:pPr>
            <a:endParaRPr lang="en-US" altLang="en-US" sz="3197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1277595" y="1774763"/>
            <a:ext cx="7436411" cy="860759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3552" kern="1200" dirty="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189780" y="2308460"/>
            <a:ext cx="11479458" cy="1081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7578" kern="1200" dirty="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277597" y="734241"/>
            <a:ext cx="18599570" cy="569179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l" defTabSz="1623842" rtl="0" eaLnBrk="1" latinLnBrk="0" hangingPunct="1">
              <a:lnSpc>
                <a:spcPct val="130000"/>
              </a:lnSpc>
              <a:buNone/>
              <a:defRPr lang="en-US" sz="2367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 Light"/>
                <a:ea typeface="+mn-ea"/>
                <a:cs typeface="Open Sans 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89780" y="3858733"/>
            <a:ext cx="11479458" cy="1607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lang="en-US" sz="3552" kern="1200" baseline="0" dirty="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9189778" y="6210448"/>
            <a:ext cx="11479462" cy="4171906"/>
          </a:xfrm>
          <a:prstGeom prst="rect">
            <a:avLst/>
          </a:prstGeom>
        </p:spPr>
        <p:txBody>
          <a:bodyPr>
            <a:noAutofit/>
          </a:bodyPr>
          <a:lstStyle>
            <a:lvl1pPr marL="405960" indent="-405960">
              <a:lnSpc>
                <a:spcPts val="2984"/>
              </a:lnSpc>
              <a:buFont typeface="Arial" charset="0"/>
              <a:buChar char="•"/>
              <a:defRPr lang="en-US" sz="2486" kern="1200" baseline="0" dirty="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>
              <a:defRPr sz="2131" b="0" i="0">
                <a:latin typeface="Open Sans Light" charset="0"/>
                <a:ea typeface="Open Sans Light" charset="0"/>
                <a:cs typeface="Open Sans Light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DACD-4E5F-CDD2-BC5F-5C4FC952BBC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9529011" y="687906"/>
            <a:ext cx="1138981" cy="648435"/>
          </a:xfrm>
        </p:spPr>
        <p:txBody>
          <a:bodyPr/>
          <a:lstStyle>
            <a:lvl1pPr defTabSz="1621065">
              <a:lnSpc>
                <a:spcPct val="130000"/>
              </a:lnSpc>
              <a:defRPr sz="2309">
                <a:solidFill>
                  <a:schemeClr val="tx1"/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>
              <a:defRPr/>
            </a:pPr>
            <a:fld id="{2324DD41-EE65-49AD-B5D4-0EBB69E2E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36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8569" y="648436"/>
            <a:ext cx="18674775" cy="2354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8569" y="3242175"/>
            <a:ext cx="18674775" cy="772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8569" y="11288408"/>
            <a:ext cx="4871680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BC78B5D8-D59C-4EB3-8644-386FDC5F849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2196" y="11288408"/>
            <a:ext cx="7307521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91664" y="11288408"/>
            <a:ext cx="4871680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7209F2D3-0FDB-46AA-8D4D-379FB4A2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5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  <p:sldLayoutId id="2147483650" r:id="rId14"/>
    <p:sldLayoutId id="214748367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623883" rtl="0" eaLnBrk="1" latinLnBrk="0" hangingPunct="1">
        <a:lnSpc>
          <a:spcPct val="90000"/>
        </a:lnSpc>
        <a:spcBef>
          <a:spcPct val="0"/>
        </a:spcBef>
        <a:buNone/>
        <a:defRPr sz="78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971" indent="-405971" algn="l" defTabSz="1623883" rtl="0" eaLnBrk="1" latinLnBrk="0" hangingPunct="1">
        <a:lnSpc>
          <a:spcPct val="90000"/>
        </a:lnSpc>
        <a:spcBef>
          <a:spcPts val="1776"/>
        </a:spcBef>
        <a:buFont typeface="Arial" panose="020B0604020202020204" pitchFamily="34" charset="0"/>
        <a:buChar char="•"/>
        <a:defRPr sz="4973" kern="1200">
          <a:solidFill>
            <a:schemeClr val="tx1"/>
          </a:solidFill>
          <a:latin typeface="+mn-lt"/>
          <a:ea typeface="+mn-ea"/>
          <a:cs typeface="+mn-cs"/>
        </a:defRPr>
      </a:lvl1pPr>
      <a:lvl2pPr marL="1217912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4262" kern="1200">
          <a:solidFill>
            <a:schemeClr val="tx1"/>
          </a:solidFill>
          <a:latin typeface="+mn-lt"/>
          <a:ea typeface="+mn-ea"/>
          <a:cs typeface="+mn-cs"/>
        </a:defRPr>
      </a:lvl2pPr>
      <a:lvl3pPr marL="2029854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3552" kern="1200">
          <a:solidFill>
            <a:schemeClr val="tx1"/>
          </a:solidFill>
          <a:latin typeface="+mn-lt"/>
          <a:ea typeface="+mn-ea"/>
          <a:cs typeface="+mn-cs"/>
        </a:defRPr>
      </a:lvl3pPr>
      <a:lvl4pPr marL="2841795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4pPr>
      <a:lvl5pPr marL="3653737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5pPr>
      <a:lvl6pPr marL="4465678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6pPr>
      <a:lvl7pPr marL="5277620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7pPr>
      <a:lvl8pPr marL="6089561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8pPr>
      <a:lvl9pPr marL="6901503" indent="-405971" algn="l" defTabSz="1623883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811941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623883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3pPr>
      <a:lvl4pPr marL="2435824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4pPr>
      <a:lvl5pPr marL="3247766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5pPr>
      <a:lvl6pPr marL="4059707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6pPr>
      <a:lvl7pPr marL="4871649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7pPr>
      <a:lvl8pPr marL="5683590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8pPr>
      <a:lvl9pPr marL="6495532" algn="l" defTabSz="1623883" rtl="0" eaLnBrk="1" latinLnBrk="0" hangingPunct="1">
        <a:defRPr sz="31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28433737-8CC3-0AD6-E683-A90BE7460E96}"/>
              </a:ext>
            </a:extLst>
          </p:cNvPr>
          <p:cNvSpPr/>
          <p:nvPr/>
        </p:nvSpPr>
        <p:spPr>
          <a:xfrm>
            <a:off x="15163800" y="926890"/>
            <a:ext cx="6488113" cy="819360"/>
          </a:xfrm>
          <a:prstGeom prst="rect">
            <a:avLst/>
          </a:pr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107460" tIns="53730" rIns="107460" bIns="53730" anchor="ctr" anchorCtr="1" compatLnSpc="1">
            <a:noAutofit/>
          </a:bodyPr>
          <a:lstStyle/>
          <a:p>
            <a:pPr algn="ctr" defTabSz="537339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kern="0" dirty="0">
                <a:latin typeface="Effra" panose="020B0604020202020204" charset="0"/>
                <a:ea typeface="Open Sans" pitchFamily="34"/>
                <a:cs typeface="Open Sans" pitchFamily="34"/>
              </a:rPr>
              <a:t>REPORT_DATE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2E56B-1A0F-47F0-D032-5EA4506AE63C}"/>
              </a:ext>
            </a:extLst>
          </p:cNvPr>
          <p:cNvSpPr txBox="1"/>
          <p:nvPr/>
        </p:nvSpPr>
        <p:spPr>
          <a:xfrm>
            <a:off x="2038004" y="3704381"/>
            <a:ext cx="1026166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s-DO" sz="8000" b="1" dirty="0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EPORTE SEMANAL</a:t>
            </a:r>
          </a:p>
          <a:p>
            <a:r>
              <a:rPr lang="es-DO" sz="6000" b="1" dirty="0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INTELLIGENCE</a:t>
            </a:r>
          </a:p>
          <a:p>
            <a:endParaRPr lang="es-DO" sz="4400" b="1" dirty="0">
              <a:solidFill>
                <a:schemeClr val="bg1"/>
              </a:solidFill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s-DO" sz="4000" b="1" dirty="0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SOCIAL LISTENING 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4989BED8-5926-000F-C7E5-C8F0C2000668}"/>
              </a:ext>
            </a:extLst>
          </p:cNvPr>
          <p:cNvSpPr/>
          <p:nvPr/>
        </p:nvSpPr>
        <p:spPr>
          <a:xfrm>
            <a:off x="2038005" y="7475174"/>
            <a:ext cx="3536886" cy="819360"/>
          </a:xfrm>
          <a:prstGeom prst="rect">
            <a:avLst/>
          </a:pr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107460" tIns="53730" rIns="107460" bIns="53730" anchor="ctr" anchorCtr="1" compatLnSpc="1">
            <a:noAutofit/>
          </a:bodyPr>
          <a:lstStyle/>
          <a:p>
            <a:r>
              <a:rPr lang="es-MX" sz="2400" b="1" dirty="0">
                <a:latin typeface="Effra Light" panose="020B0306080202020204" pitchFamily="34" charset="77"/>
              </a:rPr>
              <a:t>REPORT_CLIENT</a:t>
            </a:r>
            <a:endParaRPr lang="en-AR" sz="2400" b="1" dirty="0">
              <a:latin typeface="Effra Light" panose="020B0306080202020204" pitchFamily="34" charset="7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597EDC2D-5E23-C9D5-1BAB-92F07D59788A}"/>
              </a:ext>
            </a:extLst>
          </p:cNvPr>
          <p:cNvSpPr/>
          <p:nvPr/>
        </p:nvSpPr>
        <p:spPr>
          <a:xfrm>
            <a:off x="-1" y="885488"/>
            <a:ext cx="12632267" cy="841712"/>
          </a:xfrm>
          <a:prstGeom prst="rect">
            <a:avLst/>
          </a:pr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107460" tIns="53730" rIns="107460" bIns="53730" anchor="ctr" anchorCtr="0" compatLnSpc="1">
            <a:noAutofit/>
          </a:bodyPr>
          <a:lstStyle/>
          <a:p>
            <a:pPr defTabSz="537339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4000" b="1" kern="0">
                <a:latin typeface="Effra" panose="020B0604020202020204" charset="0"/>
                <a:ea typeface="Open Sans" pitchFamily="34"/>
                <a:cs typeface="Open Sans" pitchFamily="34"/>
              </a:rPr>
              <a:t>  EVOLUCIÓN DE LA CONVERSACIÓN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8F1B0A0E-956F-7B65-9A80-DF8C7FB586FA}"/>
              </a:ext>
            </a:extLst>
          </p:cNvPr>
          <p:cNvSpPr/>
          <p:nvPr/>
        </p:nvSpPr>
        <p:spPr>
          <a:xfrm>
            <a:off x="0" y="266700"/>
            <a:ext cx="12632267" cy="6187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07460" tIns="53730" rIns="107460" bIns="53730" anchor="ctr" anchorCtr="0" compatLnSpc="1">
            <a:noAutofit/>
          </a:bodyPr>
          <a:lstStyle/>
          <a:p>
            <a:pPr marL="457200" indent="-457200" defTabSz="537339"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kern="0">
                <a:solidFill>
                  <a:schemeClr val="bg1"/>
                </a:solidFill>
                <a:latin typeface="Effra" panose="020B0604020202020204" charset="0"/>
                <a:ea typeface="Open Sans" pitchFamily="34"/>
                <a:cs typeface="Open Sans" pitchFamily="34"/>
              </a:rPr>
              <a:t> SOCIAL LISTENING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044078-3D1C-D11B-7FB5-BE2C44C1C679}"/>
              </a:ext>
            </a:extLst>
          </p:cNvPr>
          <p:cNvSpPr txBox="1"/>
          <p:nvPr/>
        </p:nvSpPr>
        <p:spPr>
          <a:xfrm>
            <a:off x="14545739" y="1058338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Menciones</a:t>
            </a:r>
            <a:r>
              <a:rPr lang="en-US" b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err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Totales</a:t>
            </a:r>
            <a:endParaRPr lang="es-DO" b="1">
              <a:solidFill>
                <a:schemeClr val="bg1"/>
              </a:solidFill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E982D2-AEFA-4211-BDEC-D50B888F8978}"/>
              </a:ext>
            </a:extLst>
          </p:cNvPr>
          <p:cNvSpPr txBox="1"/>
          <p:nvPr/>
        </p:nvSpPr>
        <p:spPr>
          <a:xfrm>
            <a:off x="17278337" y="105833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Actores</a:t>
            </a:r>
            <a:endParaRPr lang="es-DO" b="1">
              <a:solidFill>
                <a:schemeClr val="bg1"/>
              </a:solidFill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68A1A9-31E0-A01E-18FC-364193B1DE2C}"/>
              </a:ext>
            </a:extLst>
          </p:cNvPr>
          <p:cNvSpPr txBox="1"/>
          <p:nvPr/>
        </p:nvSpPr>
        <p:spPr>
          <a:xfrm>
            <a:off x="19143764" y="1058338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Alcance Estimado</a:t>
            </a:r>
            <a:endParaRPr lang="es-DO" b="1">
              <a:solidFill>
                <a:schemeClr val="bg1"/>
              </a:solidFill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1" name="Graphic 50" descr="Eye with solid fill">
            <a:extLst>
              <a:ext uri="{FF2B5EF4-FFF2-40B4-BE49-F238E27FC236}">
                <a16:creationId xmlns:a16="http://schemas.microsoft.com/office/drawing/2014/main" id="{96AD7170-350D-5DFA-B7E1-DC2F66E4C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82333" y="528882"/>
            <a:ext cx="808825" cy="78739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0FBB62D-3443-24D6-65C2-CBC62489A9FF}"/>
              </a:ext>
            </a:extLst>
          </p:cNvPr>
          <p:cNvSpPr txBox="1"/>
          <p:nvPr/>
        </p:nvSpPr>
        <p:spPr>
          <a:xfrm>
            <a:off x="19751649" y="660970"/>
            <a:ext cx="15327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EST_REACH</a:t>
            </a:r>
          </a:p>
        </p:txBody>
      </p:sp>
      <p:pic>
        <p:nvPicPr>
          <p:cNvPr id="54" name="Graphic 53" descr="Children with solid fill">
            <a:extLst>
              <a:ext uri="{FF2B5EF4-FFF2-40B4-BE49-F238E27FC236}">
                <a16:creationId xmlns:a16="http://schemas.microsoft.com/office/drawing/2014/main" id="{538921FD-97C7-D86D-ED33-D859D08FC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86962" y="528882"/>
            <a:ext cx="787397" cy="78739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2AC0EC3-3FFB-5184-C9C7-F6639C5CD84C}"/>
              </a:ext>
            </a:extLst>
          </p:cNvPr>
          <p:cNvSpPr txBox="1"/>
          <p:nvPr/>
        </p:nvSpPr>
        <p:spPr>
          <a:xfrm>
            <a:off x="17914007" y="630193"/>
            <a:ext cx="9164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NUMB_ACTORS</a:t>
            </a:r>
          </a:p>
          <a:p>
            <a:endParaRPr lang="en-US" sz="3200" dirty="0">
              <a:solidFill>
                <a:schemeClr val="bg1"/>
              </a:solidFill>
              <a:latin typeface="Effra" panose="020B0603020203020204" pitchFamily="34" charset="0"/>
            </a:endParaRPr>
          </a:p>
        </p:txBody>
      </p:sp>
      <p:pic>
        <p:nvPicPr>
          <p:cNvPr id="57" name="Graphic 56" descr="Chat with solid fill">
            <a:extLst>
              <a:ext uri="{FF2B5EF4-FFF2-40B4-BE49-F238E27FC236}">
                <a16:creationId xmlns:a16="http://schemas.microsoft.com/office/drawing/2014/main" id="{7B72716E-FD99-CA90-59AC-84C3E852C6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81973" y="606007"/>
            <a:ext cx="633146" cy="63314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9DA963F-A3A0-8C92-C4C3-C3816805AFBF}"/>
              </a:ext>
            </a:extLst>
          </p:cNvPr>
          <p:cNvSpPr txBox="1"/>
          <p:nvPr/>
        </p:nvSpPr>
        <p:spPr>
          <a:xfrm>
            <a:off x="15515119" y="630193"/>
            <a:ext cx="18521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Effra" panose="020B0603020203020204" pitchFamily="34" charset="0"/>
              </a:rPr>
              <a:t>NUMB_MENTIONS</a:t>
            </a:r>
          </a:p>
        </p:txBody>
      </p:sp>
    </p:spTree>
    <p:extLst>
      <p:ext uri="{BB962C8B-B14F-4D97-AF65-F5344CB8AC3E}">
        <p14:creationId xmlns:p14="http://schemas.microsoft.com/office/powerpoint/2010/main" val="381744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20321-81B3-B88C-EE18-517492D9D070}"/>
              </a:ext>
            </a:extLst>
          </p:cNvPr>
          <p:cNvSpPr txBox="1"/>
          <p:nvPr/>
        </p:nvSpPr>
        <p:spPr>
          <a:xfrm>
            <a:off x="721273" y="1250067"/>
            <a:ext cx="113377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s-DO" sz="6000" b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ESUMEN ANÁLISIS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22A63-21C8-CD3B-62DE-E298016591F4}"/>
              </a:ext>
            </a:extLst>
          </p:cNvPr>
          <p:cNvSpPr txBox="1"/>
          <p:nvPr/>
        </p:nvSpPr>
        <p:spPr>
          <a:xfrm>
            <a:off x="4859375" y="2897442"/>
            <a:ext cx="11337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CONVERSATION_ANALISIS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FB2FC-369B-6757-02FF-18B4C0EC1B4A}"/>
              </a:ext>
            </a:extLst>
          </p:cNvPr>
          <p:cNvSpPr txBox="1"/>
          <p:nvPr/>
        </p:nvSpPr>
        <p:spPr>
          <a:xfrm>
            <a:off x="4859375" y="4099709"/>
            <a:ext cx="11337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TOP_NEWS</a:t>
            </a:r>
          </a:p>
        </p:txBody>
      </p:sp>
    </p:spTree>
    <p:extLst>
      <p:ext uri="{BB962C8B-B14F-4D97-AF65-F5344CB8AC3E}">
        <p14:creationId xmlns:p14="http://schemas.microsoft.com/office/powerpoint/2010/main" val="226329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597EDC2D-5E23-C9D5-1BAB-92F07D59788A}"/>
              </a:ext>
            </a:extLst>
          </p:cNvPr>
          <p:cNvSpPr/>
          <p:nvPr/>
        </p:nvSpPr>
        <p:spPr>
          <a:xfrm>
            <a:off x="-1" y="885488"/>
            <a:ext cx="12632267" cy="841712"/>
          </a:xfrm>
          <a:prstGeom prst="rect">
            <a:avLst/>
          </a:pr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107460" tIns="53730" rIns="107460" bIns="53730" anchor="ctr" anchorCtr="0" compatLnSpc="1">
            <a:noAutofit/>
          </a:bodyPr>
          <a:lstStyle/>
          <a:p>
            <a:pPr defTabSz="537339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4000" b="1" kern="0">
                <a:latin typeface="Effra" panose="020B0604020202020204" charset="0"/>
                <a:ea typeface="Open Sans" pitchFamily="34"/>
                <a:cs typeface="Open Sans" pitchFamily="34"/>
              </a:rPr>
              <a:t>  ANÁLISIS DEL SENTIMIENTO </a:t>
            </a:r>
            <a:r>
              <a:rPr lang="es-ES" sz="4000" b="1" kern="0">
                <a:latin typeface="Effra Heavy" panose="020B0803020203020204" pitchFamily="34" charset="0"/>
                <a:ea typeface="Open Sans" pitchFamily="34"/>
                <a:cs typeface="Open Sans" pitchFamily="34"/>
              </a:rPr>
              <a:t>GENERAL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8F1B0A0E-956F-7B65-9A80-DF8C7FB586FA}"/>
              </a:ext>
            </a:extLst>
          </p:cNvPr>
          <p:cNvSpPr/>
          <p:nvPr/>
        </p:nvSpPr>
        <p:spPr>
          <a:xfrm>
            <a:off x="0" y="266700"/>
            <a:ext cx="12632267" cy="6187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07460" tIns="53730" rIns="107460" bIns="53730" anchor="ctr" anchorCtr="0" compatLnSpc="1">
            <a:noAutofit/>
          </a:bodyPr>
          <a:lstStyle/>
          <a:p>
            <a:pPr marL="457200" indent="-457200" defTabSz="537339"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kern="0">
                <a:solidFill>
                  <a:schemeClr val="bg1"/>
                </a:solidFill>
                <a:latin typeface="Effra" panose="020B0604020202020204" charset="0"/>
                <a:ea typeface="Open Sans" pitchFamily="34"/>
                <a:cs typeface="Open Sans" pitchFamily="34"/>
              </a:rPr>
              <a:t> SOCIAL LISTENING</a:t>
            </a:r>
          </a:p>
        </p:txBody>
      </p:sp>
      <p:cxnSp>
        <p:nvCxnSpPr>
          <p:cNvPr id="6" name="Conector recto 4">
            <a:extLst>
              <a:ext uri="{FF2B5EF4-FFF2-40B4-BE49-F238E27FC236}">
                <a16:creationId xmlns:a16="http://schemas.microsoft.com/office/drawing/2014/main" id="{1E5125A9-BA65-179C-0FEA-BCCB68E674F3}"/>
              </a:ext>
            </a:extLst>
          </p:cNvPr>
          <p:cNvCxnSpPr>
            <a:cxnSpLocks/>
          </p:cNvCxnSpPr>
          <p:nvPr/>
        </p:nvCxnSpPr>
        <p:spPr>
          <a:xfrm>
            <a:off x="10529568" y="3087311"/>
            <a:ext cx="0" cy="688944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14">
            <a:extLst>
              <a:ext uri="{FF2B5EF4-FFF2-40B4-BE49-F238E27FC236}">
                <a16:creationId xmlns:a16="http://schemas.microsoft.com/office/drawing/2014/main" id="{8321ADBA-9613-A38E-06A7-B0CFF5AAE921}"/>
              </a:ext>
            </a:extLst>
          </p:cNvPr>
          <p:cNvCxnSpPr>
            <a:cxnSpLocks/>
          </p:cNvCxnSpPr>
          <p:nvPr/>
        </p:nvCxnSpPr>
        <p:spPr>
          <a:xfrm>
            <a:off x="15954111" y="3087311"/>
            <a:ext cx="0" cy="688944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7">
            <a:extLst>
              <a:ext uri="{FF2B5EF4-FFF2-40B4-BE49-F238E27FC236}">
                <a16:creationId xmlns:a16="http://schemas.microsoft.com/office/drawing/2014/main" id="{006599E7-9398-FF92-3E5D-6D8BC18733D8}"/>
              </a:ext>
            </a:extLst>
          </p:cNvPr>
          <p:cNvSpPr txBox="1"/>
          <p:nvPr/>
        </p:nvSpPr>
        <p:spPr>
          <a:xfrm>
            <a:off x="11628385" y="3431157"/>
            <a:ext cx="3226909" cy="478977"/>
          </a:xfrm>
          <a:prstGeom prst="rect">
            <a:avLst/>
          </a:prstGeom>
          <a:solidFill>
            <a:srgbClr val="A6A6A6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421"/>
              </a:spcAft>
            </a:pPr>
            <a:r>
              <a:rPr lang="es-DO" sz="2486" b="1"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NEUTRO</a:t>
            </a:r>
            <a:endParaRPr lang="es-DO" sz="2486"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A4C86-4EE5-79BD-43D6-BD5601FC3C23}"/>
              </a:ext>
            </a:extLst>
          </p:cNvPr>
          <p:cNvSpPr txBox="1"/>
          <p:nvPr/>
        </p:nvSpPr>
        <p:spPr>
          <a:xfrm>
            <a:off x="17052929" y="3447139"/>
            <a:ext cx="3226909" cy="47897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421"/>
              </a:spcAft>
            </a:pPr>
            <a:r>
              <a:rPr lang="es-DO" sz="2486" b="1"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NEGATIVO</a:t>
            </a:r>
            <a:endParaRPr lang="es-DO" sz="2486"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88C012D0-EF91-4958-7A07-C5BD6FF4A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72455"/>
              </p:ext>
            </p:extLst>
          </p:nvPr>
        </p:nvGraphicFramePr>
        <p:xfrm>
          <a:off x="348501" y="6795523"/>
          <a:ext cx="5219542" cy="2409975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2110490">
                  <a:extLst>
                    <a:ext uri="{9D8B030D-6E8A-4147-A177-3AD203B41FA5}">
                      <a16:colId xmlns:a16="http://schemas.microsoft.com/office/drawing/2014/main" val="3508874680"/>
                    </a:ext>
                  </a:extLst>
                </a:gridCol>
                <a:gridCol w="1896203">
                  <a:extLst>
                    <a:ext uri="{9D8B030D-6E8A-4147-A177-3AD203B41FA5}">
                      <a16:colId xmlns:a16="http://schemas.microsoft.com/office/drawing/2014/main" val="55656698"/>
                    </a:ext>
                  </a:extLst>
                </a:gridCol>
                <a:gridCol w="1212849">
                  <a:extLst>
                    <a:ext uri="{9D8B030D-6E8A-4147-A177-3AD203B41FA5}">
                      <a16:colId xmlns:a16="http://schemas.microsoft.com/office/drawing/2014/main" val="3004764069"/>
                    </a:ext>
                  </a:extLst>
                </a:gridCol>
              </a:tblGrid>
              <a:tr h="581175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s-DO" sz="200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 MEDIOS</a:t>
                      </a:r>
                      <a:endParaRPr lang="es-DO" sz="2000" b="0" i="0" u="none" strike="noStrike">
                        <a:solidFill>
                          <a:schemeClr val="tx1"/>
                        </a:solidFill>
                        <a:effectLst/>
                        <a:latin typeface="Effra" panose="020B0603020203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3532" marR="13532" marT="13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2000" b="1" i="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ALC.ESTIMADO</a:t>
                      </a:r>
                      <a:r>
                        <a:rPr lang="es-DO" sz="200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s-DO" sz="2000" b="0" i="0" u="none" strike="noStrike">
                        <a:solidFill>
                          <a:schemeClr val="tx1"/>
                        </a:solidFill>
                        <a:effectLst/>
                        <a:latin typeface="Effra" panose="020B0603020203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3532" marR="13532" marT="13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s-DO" sz="200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POST</a:t>
                      </a:r>
                      <a:endParaRPr lang="es-DO" sz="2000" b="1" i="0" u="none" strike="noStrike">
                        <a:solidFill>
                          <a:schemeClr val="tx1"/>
                        </a:solidFill>
                        <a:effectLst/>
                        <a:latin typeface="Effra" panose="020B0603020203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3532" marR="13532" marT="13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3075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Trading View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27,223,921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1637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robertocavada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1,810,337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4172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@altice_do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397,036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2032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@digesettrd_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243,561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396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@arreazaortega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211,055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677239"/>
                  </a:ext>
                </a:extLst>
              </a:tr>
            </a:tbl>
          </a:graphicData>
        </a:graphic>
      </p:graphicFrame>
      <p:graphicFrame>
        <p:nvGraphicFramePr>
          <p:cNvPr id="15" name="Tabla 22">
            <a:extLst>
              <a:ext uri="{FF2B5EF4-FFF2-40B4-BE49-F238E27FC236}">
                <a16:creationId xmlns:a16="http://schemas.microsoft.com/office/drawing/2014/main" id="{A47B4F37-9B7E-928E-ADF0-C3A7FDAF7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357756"/>
              </p:ext>
            </p:extLst>
          </p:nvPr>
        </p:nvGraphicFramePr>
        <p:xfrm>
          <a:off x="348501" y="9361211"/>
          <a:ext cx="5219540" cy="2272524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2428566">
                  <a:extLst>
                    <a:ext uri="{9D8B030D-6E8A-4147-A177-3AD203B41FA5}">
                      <a16:colId xmlns:a16="http://schemas.microsoft.com/office/drawing/2014/main" val="2333246117"/>
                    </a:ext>
                  </a:extLst>
                </a:gridCol>
                <a:gridCol w="765468">
                  <a:extLst>
                    <a:ext uri="{9D8B030D-6E8A-4147-A177-3AD203B41FA5}">
                      <a16:colId xmlns:a16="http://schemas.microsoft.com/office/drawing/2014/main" val="4098399387"/>
                    </a:ext>
                  </a:extLst>
                </a:gridCol>
                <a:gridCol w="2025506">
                  <a:extLst>
                    <a:ext uri="{9D8B030D-6E8A-4147-A177-3AD203B41FA5}">
                      <a16:colId xmlns:a16="http://schemas.microsoft.com/office/drawing/2014/main" val="1645391647"/>
                    </a:ext>
                  </a:extLst>
                </a:gridCol>
              </a:tblGrid>
              <a:tr h="544465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s-DO" sz="180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 USUARIOS</a:t>
                      </a:r>
                      <a:endParaRPr lang="es-DO" sz="1800" b="0" i="0" u="none" strike="noStrike">
                        <a:solidFill>
                          <a:schemeClr val="tx1"/>
                        </a:solidFill>
                        <a:effectLst/>
                        <a:latin typeface="Effra" panose="020B0603020203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3532" marR="13532" marT="13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</a:t>
                      </a:r>
                      <a:r>
                        <a:rPr lang="es-DO" sz="1800" b="1" i="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OSTS</a:t>
                      </a:r>
                    </a:p>
                  </a:txBody>
                  <a:tcPr marL="13532" marR="13532" marT="13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800" b="1" i="0" u="none" strike="noStrike">
                          <a:solidFill>
                            <a:schemeClr val="tx1"/>
                          </a:solidFill>
                          <a:effectLst/>
                          <a:latin typeface="Effra" panose="020B06030202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ALC. ESTIMADO</a:t>
                      </a:r>
                      <a:endParaRPr lang="es-DO" sz="1800" b="0" i="0" u="none" strike="noStrike">
                        <a:solidFill>
                          <a:schemeClr val="tx1"/>
                        </a:solidFill>
                        <a:effectLst/>
                        <a:latin typeface="Effra" panose="020B0603020203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3532" marR="13532" marT="13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053850"/>
                  </a:ext>
                </a:extLst>
              </a:tr>
              <a:tr h="2650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@davidyadier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422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266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@arreazaortega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211,055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9320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@ricardogibbon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4,657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087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@luciaperezrod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779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3991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@melvingutierrez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2,383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063732"/>
                  </a:ext>
                </a:extLst>
              </a:tr>
            </a:tbl>
          </a:graphicData>
        </a:graphic>
      </p:graphicFrame>
      <p:sp>
        <p:nvSpPr>
          <p:cNvPr id="4" name="TextBox 17">
            <a:extLst>
              <a:ext uri="{FF2B5EF4-FFF2-40B4-BE49-F238E27FC236}">
                <a16:creationId xmlns:a16="http://schemas.microsoft.com/office/drawing/2014/main" id="{2B69DA01-7798-2D86-323C-A684D19AE39C}"/>
              </a:ext>
            </a:extLst>
          </p:cNvPr>
          <p:cNvSpPr txBox="1"/>
          <p:nvPr/>
        </p:nvSpPr>
        <p:spPr>
          <a:xfrm>
            <a:off x="6666237" y="3372749"/>
            <a:ext cx="3226909" cy="47897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421"/>
              </a:spcAft>
            </a:pPr>
            <a:r>
              <a:rPr lang="es-DO" sz="2486" b="1" dirty="0"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POSITIVO</a:t>
            </a:r>
            <a:endParaRPr lang="es-DO" sz="2486" dirty="0"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03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9FDF-EB70-22D8-3EFB-2DE0B684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DF405DA-8725-AE7D-52EA-B0FDB9AB24F6}"/>
              </a:ext>
            </a:extLst>
          </p:cNvPr>
          <p:cNvGrpSpPr/>
          <p:nvPr/>
        </p:nvGrpSpPr>
        <p:grpSpPr>
          <a:xfrm>
            <a:off x="16814269" y="314288"/>
            <a:ext cx="3849562" cy="861683"/>
            <a:chOff x="688843" y="1704821"/>
            <a:chExt cx="3005826" cy="70804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707EF6C-150E-0053-254E-D2813337ED84}"/>
                </a:ext>
              </a:extLst>
            </p:cNvPr>
            <p:cNvGrpSpPr/>
            <p:nvPr/>
          </p:nvGrpSpPr>
          <p:grpSpPr>
            <a:xfrm>
              <a:off x="688843" y="1704821"/>
              <a:ext cx="718751" cy="708043"/>
              <a:chOff x="688843" y="1426097"/>
              <a:chExt cx="718751" cy="70804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0701CF9-A26D-DA78-D425-44DBEB718D37}"/>
                  </a:ext>
                </a:extLst>
              </p:cNvPr>
              <p:cNvSpPr/>
              <p:nvPr/>
            </p:nvSpPr>
            <p:spPr>
              <a:xfrm>
                <a:off x="688843" y="1426097"/>
                <a:ext cx="718751" cy="70804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97"/>
              </a:p>
            </p:txBody>
          </p:sp>
          <p:pic>
            <p:nvPicPr>
              <p:cNvPr id="3" name="Picture 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C1B3FB82-4B5D-470A-67DE-B37779F9D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266" y="1540166"/>
                <a:ext cx="479903" cy="479903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FEC120-BE04-D0B5-5EB4-DB15421EC94C}"/>
                </a:ext>
              </a:extLst>
            </p:cNvPr>
            <p:cNvSpPr txBox="1"/>
            <p:nvPr/>
          </p:nvSpPr>
          <p:spPr>
            <a:xfrm>
              <a:off x="1527016" y="1818890"/>
              <a:ext cx="2167653" cy="4390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07000"/>
                </a:lnSpc>
                <a:spcAft>
                  <a:spcPts val="1421"/>
                </a:spcAft>
              </a:pPr>
              <a:r>
                <a:rPr lang="es-DO" sz="2841" b="1" kern="100" dirty="0">
                  <a:latin typeface="Effra" panose="020B0603020203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Prensa Digital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6EBEC1-3065-6141-BE93-B97B83326069}"/>
              </a:ext>
            </a:extLst>
          </p:cNvPr>
          <p:cNvSpPr txBox="1"/>
          <p:nvPr/>
        </p:nvSpPr>
        <p:spPr>
          <a:xfrm>
            <a:off x="13930000" y="1900754"/>
            <a:ext cx="5285310" cy="479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421"/>
              </a:spcAft>
            </a:pPr>
            <a:r>
              <a:rPr lang="es-DO" sz="2486" kern="100" dirty="0">
                <a:solidFill>
                  <a:schemeClr val="bg2">
                    <a:lumMod val="50000"/>
                  </a:schemeClr>
                </a:solidFill>
                <a:latin typeface="Effra Light" panose="020B04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Publicaciones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DA01D-B6B6-FC3E-0E1D-1057C64C6925}"/>
              </a:ext>
            </a:extLst>
          </p:cNvPr>
          <p:cNvSpPr txBox="1"/>
          <p:nvPr/>
        </p:nvSpPr>
        <p:spPr>
          <a:xfrm>
            <a:off x="14647876" y="1384846"/>
            <a:ext cx="3849560" cy="479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421"/>
              </a:spcAft>
            </a:pPr>
            <a:r>
              <a:rPr lang="es-DO" sz="2486" kern="100" dirty="0">
                <a:latin typeface="Effra" panose="020B06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NUMB_PRENSA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8B1AB-F135-7337-E72B-8511F0AC0C26}"/>
              </a:ext>
            </a:extLst>
          </p:cNvPr>
          <p:cNvSpPr txBox="1"/>
          <p:nvPr/>
        </p:nvSpPr>
        <p:spPr>
          <a:xfrm>
            <a:off x="1112368" y="244295"/>
            <a:ext cx="17296188" cy="118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104" dirty="0">
                <a:latin typeface="Effra Heavy" panose="020B0803020203020204" pitchFamily="34" charset="0"/>
              </a:rPr>
              <a:t>TOP USERS</a:t>
            </a:r>
          </a:p>
        </p:txBody>
      </p:sp>
      <p:pic>
        <p:nvPicPr>
          <p:cNvPr id="5" name="Picture 17" descr="A yellow brain with black background&#10;&#10;Description automatically generated">
            <a:extLst>
              <a:ext uri="{FF2B5EF4-FFF2-40B4-BE49-F238E27FC236}">
                <a16:creationId xmlns:a16="http://schemas.microsoft.com/office/drawing/2014/main" id="{A2426B5E-DDD3-2919-108F-FFDD1228BA5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459" y="10080797"/>
            <a:ext cx="2098454" cy="209845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8D413BB-AD9C-6EB1-BE6B-4993CC0D5BE0}"/>
              </a:ext>
            </a:extLst>
          </p:cNvPr>
          <p:cNvSpPr/>
          <p:nvPr/>
        </p:nvSpPr>
        <p:spPr>
          <a:xfrm>
            <a:off x="-1" y="1230217"/>
            <a:ext cx="21651913" cy="811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197"/>
          </a:p>
        </p:txBody>
      </p:sp>
    </p:spTree>
    <p:extLst>
      <p:ext uri="{BB962C8B-B14F-4D97-AF65-F5344CB8AC3E}">
        <p14:creationId xmlns:p14="http://schemas.microsoft.com/office/powerpoint/2010/main" val="160027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FD00D-86EF-9429-4295-B5FF0662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4366376-02D5-EF3C-8E9A-23174C903947}"/>
              </a:ext>
            </a:extLst>
          </p:cNvPr>
          <p:cNvSpPr txBox="1"/>
          <p:nvPr/>
        </p:nvSpPr>
        <p:spPr>
          <a:xfrm>
            <a:off x="1112368" y="244295"/>
            <a:ext cx="17296188" cy="118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104" dirty="0">
                <a:latin typeface="Effra Heavy" panose="020B0803020203020204" pitchFamily="34" charset="0"/>
              </a:rPr>
              <a:t>TOP USERS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39D85C-A693-B50C-D3FE-66725F2790FD}"/>
              </a:ext>
            </a:extLst>
          </p:cNvPr>
          <p:cNvGrpSpPr/>
          <p:nvPr/>
        </p:nvGrpSpPr>
        <p:grpSpPr>
          <a:xfrm>
            <a:off x="17208441" y="312936"/>
            <a:ext cx="3672500" cy="826937"/>
            <a:chOff x="688843" y="2830099"/>
            <a:chExt cx="3092324" cy="70804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3049CF4-94CC-7C9D-E3EC-523937536FC1}"/>
                </a:ext>
              </a:extLst>
            </p:cNvPr>
            <p:cNvGrpSpPr/>
            <p:nvPr/>
          </p:nvGrpSpPr>
          <p:grpSpPr>
            <a:xfrm>
              <a:off x="688843" y="2830099"/>
              <a:ext cx="718751" cy="708043"/>
              <a:chOff x="688843" y="2300877"/>
              <a:chExt cx="718751" cy="708043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BC14217-9D1C-AE54-4411-8E28DD044099}"/>
                  </a:ext>
                </a:extLst>
              </p:cNvPr>
              <p:cNvSpPr/>
              <p:nvPr/>
            </p:nvSpPr>
            <p:spPr>
              <a:xfrm>
                <a:off x="688843" y="2300877"/>
                <a:ext cx="718751" cy="708043"/>
              </a:xfrm>
              <a:prstGeom prst="ellipse">
                <a:avLst/>
              </a:prstGeom>
              <a:solidFill>
                <a:srgbClr val="4CB2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97"/>
              </a:p>
            </p:txBody>
          </p:sp>
          <p:pic>
            <p:nvPicPr>
              <p:cNvPr id="7" name="Picture 6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D7D0C65A-D4FB-A4F2-389D-8EE3CA1E8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8" y="2427304"/>
                <a:ext cx="469652" cy="469652"/>
              </a:xfrm>
              <a:prstGeom prst="rect">
                <a:avLst/>
              </a:prstGeom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AB2099-F3F3-98BB-C6E7-6338E973C07C}"/>
                </a:ext>
              </a:extLst>
            </p:cNvPr>
            <p:cNvSpPr txBox="1"/>
            <p:nvPr/>
          </p:nvSpPr>
          <p:spPr>
            <a:xfrm>
              <a:off x="1527015" y="2960539"/>
              <a:ext cx="2254152" cy="410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07000"/>
                </a:lnSpc>
                <a:spcAft>
                  <a:spcPts val="1421"/>
                </a:spcAft>
              </a:pPr>
              <a:r>
                <a:rPr lang="es-DO" sz="2486" b="1" kern="100" dirty="0">
                  <a:latin typeface="Effra" panose="020B0603020203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Redes Sociales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D199A1F-4619-29FE-93EB-9E4A95115141}"/>
              </a:ext>
            </a:extLst>
          </p:cNvPr>
          <p:cNvSpPr txBox="1"/>
          <p:nvPr/>
        </p:nvSpPr>
        <p:spPr>
          <a:xfrm>
            <a:off x="14022953" y="1857598"/>
            <a:ext cx="5285310" cy="479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421"/>
              </a:spcAft>
            </a:pPr>
            <a:r>
              <a:rPr lang="es-DO" sz="2486" kern="100" dirty="0">
                <a:solidFill>
                  <a:schemeClr val="bg2">
                    <a:lumMod val="50000"/>
                  </a:schemeClr>
                </a:solidFill>
                <a:latin typeface="Effra Light" panose="020B04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Publicaciones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687B6C-DC51-7910-3B99-DDBB96517520}"/>
              </a:ext>
            </a:extLst>
          </p:cNvPr>
          <p:cNvSpPr txBox="1"/>
          <p:nvPr/>
        </p:nvSpPr>
        <p:spPr>
          <a:xfrm>
            <a:off x="14740829" y="1341689"/>
            <a:ext cx="3849560" cy="479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421"/>
              </a:spcAft>
            </a:pPr>
            <a:r>
              <a:rPr lang="es-DO" sz="2486" kern="100" dirty="0">
                <a:latin typeface="Effra" panose="020B06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NUMB_REDES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41C1BE-3CAA-9E8A-4DAE-8B3735A146C4}"/>
              </a:ext>
            </a:extLst>
          </p:cNvPr>
          <p:cNvSpPr/>
          <p:nvPr/>
        </p:nvSpPr>
        <p:spPr>
          <a:xfrm>
            <a:off x="-1" y="1230217"/>
            <a:ext cx="21651913" cy="811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197"/>
          </a:p>
        </p:txBody>
      </p:sp>
    </p:spTree>
    <p:extLst>
      <p:ext uri="{BB962C8B-B14F-4D97-AF65-F5344CB8AC3E}">
        <p14:creationId xmlns:p14="http://schemas.microsoft.com/office/powerpoint/2010/main" val="410770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597EDC2D-5E23-C9D5-1BAB-92F07D59788A}"/>
              </a:ext>
            </a:extLst>
          </p:cNvPr>
          <p:cNvSpPr/>
          <p:nvPr/>
        </p:nvSpPr>
        <p:spPr>
          <a:xfrm>
            <a:off x="-1" y="885488"/>
            <a:ext cx="12632267" cy="841712"/>
          </a:xfrm>
          <a:prstGeom prst="rect">
            <a:avLst/>
          </a:pr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107460" tIns="53730" rIns="107460" bIns="53730" anchor="ctr" anchorCtr="0" compatLnSpc="1">
            <a:noAutofit/>
          </a:bodyPr>
          <a:lstStyle/>
          <a:p>
            <a:pPr defTabSz="537339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4000" b="1" kern="0">
                <a:latin typeface="Effra" panose="020B0604020202020204" charset="0"/>
                <a:ea typeface="Open Sans" pitchFamily="34"/>
                <a:cs typeface="Open Sans" pitchFamily="34"/>
              </a:rPr>
              <a:t>  TOP FRASES Y ENTIDADES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8F1B0A0E-956F-7B65-9A80-DF8C7FB586FA}"/>
              </a:ext>
            </a:extLst>
          </p:cNvPr>
          <p:cNvSpPr/>
          <p:nvPr/>
        </p:nvSpPr>
        <p:spPr>
          <a:xfrm>
            <a:off x="0" y="266700"/>
            <a:ext cx="12632267" cy="6187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07460" tIns="53730" rIns="107460" bIns="53730" anchor="ctr" anchorCtr="0" compatLnSpc="1">
            <a:noAutofit/>
          </a:bodyPr>
          <a:lstStyle/>
          <a:p>
            <a:pPr marL="457200" indent="-457200" defTabSz="537339"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kern="0">
                <a:solidFill>
                  <a:schemeClr val="bg1"/>
                </a:solidFill>
                <a:latin typeface="Effra" panose="020B0604020202020204" charset="0"/>
                <a:ea typeface="Open Sans" pitchFamily="34"/>
                <a:cs typeface="Open Sans" pitchFamily="34"/>
              </a:rPr>
              <a:t> SOCIAL LISTENING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4BC27-D875-647F-E618-EE5F387F25AF}"/>
              </a:ext>
            </a:extLst>
          </p:cNvPr>
          <p:cNvSpPr txBox="1"/>
          <p:nvPr/>
        </p:nvSpPr>
        <p:spPr>
          <a:xfrm>
            <a:off x="3674638" y="10278149"/>
            <a:ext cx="148971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s-DO" sz="2400">
                <a:solidFill>
                  <a:schemeClr val="bg1"/>
                </a:solidFill>
                <a:effectLst/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 la nube de palabras se reflejan las palabras claves más mencionadas dentro de las conversaciones monitoreadas, así como también los actores y/o entidades más mencionadas y de mayor relevancia.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es-DO" sz="1200">
              <a:solidFill>
                <a:schemeClr val="bg1"/>
              </a:solidFill>
              <a:effectLst/>
              <a:latin typeface="Effra" panose="020B06030202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C9912D-6AC1-B83D-482B-976A1A0BD874}"/>
              </a:ext>
            </a:extLst>
          </p:cNvPr>
          <p:cNvSpPr/>
          <p:nvPr/>
        </p:nvSpPr>
        <p:spPr>
          <a:xfrm>
            <a:off x="0" y="2024744"/>
            <a:ext cx="21651913" cy="825340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WORDCLOUD</a:t>
            </a:r>
          </a:p>
        </p:txBody>
      </p:sp>
    </p:spTree>
    <p:extLst>
      <p:ext uri="{BB962C8B-B14F-4D97-AF65-F5344CB8AC3E}">
        <p14:creationId xmlns:p14="http://schemas.microsoft.com/office/powerpoint/2010/main" val="3569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62E56B-1A0F-47F0-D032-5EA4506AE63C}"/>
              </a:ext>
            </a:extLst>
          </p:cNvPr>
          <p:cNvSpPr txBox="1"/>
          <p:nvPr/>
        </p:nvSpPr>
        <p:spPr>
          <a:xfrm>
            <a:off x="5157086" y="7436859"/>
            <a:ext cx="113377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s-DO" sz="6000" b="1">
                <a:solidFill>
                  <a:schemeClr val="bg1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EPORTE SOCIAL LISTENING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78B06-F4A9-E9E5-241F-38DF3CFE00F0}"/>
              </a:ext>
            </a:extLst>
          </p:cNvPr>
          <p:cNvSpPr txBox="1"/>
          <p:nvPr/>
        </p:nvSpPr>
        <p:spPr>
          <a:xfrm>
            <a:off x="5157086" y="8452522"/>
            <a:ext cx="11337740" cy="769441"/>
          </a:xfrm>
          <a:prstGeom prst="rect">
            <a:avLst/>
          </a:prstGeom>
          <a:solidFill>
            <a:srgbClr val="E9EBF5"/>
          </a:solidFill>
        </p:spPr>
        <p:txBody>
          <a:bodyPr wrap="square">
            <a:spAutoFit/>
          </a:bodyPr>
          <a:lstStyle/>
          <a:p>
            <a:pPr algn="ctr"/>
            <a:r>
              <a:rPr lang="es-DO" sz="4400" b="1">
                <a:solidFill>
                  <a:srgbClr val="1855B0"/>
                </a:solidFill>
                <a:latin typeface="Effra" panose="020B06030202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TEMA: ALTICE DOMINICANA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BB6A62-6264-3BFE-BFA5-F1C4D941C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468" y="2168151"/>
            <a:ext cx="8472976" cy="4766049"/>
          </a:xfrm>
          <a:prstGeom prst="snip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35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D72559-546E-A2DA-1E2C-AFAFBF7E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8100" y="9715500"/>
            <a:ext cx="3463813" cy="2463800"/>
          </a:xfrm>
          <a:prstGeom prst="rect">
            <a:avLst/>
          </a:prstGeom>
        </p:spPr>
      </p:pic>
      <p:pic>
        <p:nvPicPr>
          <p:cNvPr id="6" name="Picture 5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33B9A645-BDC3-7D1D-28BE-5513E21D1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5444" y="10089015"/>
            <a:ext cx="2090285" cy="209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6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670</TotalTime>
  <Words>180</Words>
  <Application>Microsoft Office PowerPoint</Application>
  <PresentationFormat>Custom</PresentationFormat>
  <Paragraphs>75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Effra</vt:lpstr>
      <vt:lpstr>Effra Heavy</vt:lpstr>
      <vt:lpstr>Effra Light</vt:lpstr>
      <vt:lpstr>Open Sans Light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Ydy Michelle Marin Peña</dc:creator>
  <cp:lastModifiedBy>Domingo Alcantara</cp:lastModifiedBy>
  <cp:revision>54</cp:revision>
  <dcterms:created xsi:type="dcterms:W3CDTF">2023-07-11T18:22:53Z</dcterms:created>
  <dcterms:modified xsi:type="dcterms:W3CDTF">2026-02-03T15:41:19Z</dcterms:modified>
</cp:coreProperties>
</file>